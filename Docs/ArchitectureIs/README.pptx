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8" r:id="rId4"/>
    <p:sldId id="260" r:id="rId5"/>
    <p:sldId id="261" r:id="rId6"/>
    <p:sldId id="262" r:id="rId7"/>
    <p:sldId id="268" r:id="rId8"/>
    <p:sldId id="265" r:id="rId9"/>
    <p:sldId id="269" r:id="rId10"/>
    <p:sldId id="267" r:id="rId11"/>
    <p:sldId id="263" r:id="rId12"/>
    <p:sldId id="25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A41"/>
    <a:srgbClr val="CDD9AC"/>
    <a:srgbClr val="A4A4A4"/>
    <a:srgbClr val="FFF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8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0D00-AD6B-EC4B-B604-320DDBC0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AA321A-DFB6-E36B-7BD3-CDDE1A12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AF3E4-0792-5697-F17B-D7C75110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65D37-E06F-198E-41AC-5C2C6D75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3DEBF-2E71-27CA-1768-845CCABA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58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AD074-FCCA-2796-7CF9-3E1C6C7E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7D487-B912-1285-A89A-397869B1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4FE61-FC8A-574B-B14D-70CA0783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25C93-599A-8B57-207E-6A5AC63C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53656E-38D2-D931-2593-95C791E0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09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6C96D-FF81-5F5E-3EA6-8896BEBE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F5E61-F9AF-BB2A-274F-FEF763325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B18C96-7E31-E011-8F4D-6EF31851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94644-767D-92E6-9BD3-E385FE1D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0C251-7898-ED37-5E51-B9C45234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4B926-B3E7-159C-D61A-93A8E6D0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FDAFD-1280-292F-8474-4AD5301AC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771FDD-2846-7115-26AC-70D25E748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A92DFA-37E9-CE5F-49DF-96B02BD3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997715-BE3E-15A1-C08D-B0F06E5A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C88817-5FC5-3A99-F6CA-0316F586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42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0DA2E-3518-F84D-AE5E-6076CC0D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45A6B-AF8C-7955-1CE2-400C792D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1D3606-4DF3-772F-85B9-DCAC5D380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56BE94-384B-35ED-E0CD-76AD07D7B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4BE32F-8822-CAEB-EC3B-B4EF54D86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EAB7CE-7E2C-C83F-CA26-B82CD22D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B391D0-A5C4-23F3-DE8D-F8EE3276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3F5C90-EF33-4C44-BD2B-CE82AFC3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38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43F3D-20F4-9B8C-3EC3-4DB67CBE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8B9BD0-BB62-09FF-6F33-08A0BB33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8465F7-D93E-38E1-858B-0EF27C87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E249E-28E9-86E3-7E1C-18E7E02B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7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533334-360B-A406-4190-81DAE049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3BF206-3E33-29E2-5C16-BBFB630F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AAFF5-C916-90D9-1DC4-5791A0AA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3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63A67-CCF5-CAFE-BEF8-BDD99B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F3B93-1D9B-1AA8-8DEC-569CF940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86D4CA-0AFF-5BA3-6EC2-A08E4EDAC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D17CB-02FF-38CB-43D8-20C3175F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F055E-3468-7E7D-045F-6ED39C3B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DCAC1-F6A6-E4ED-10E0-CA8ADB6D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30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5528A-4235-C077-53D3-E9154DCF8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EECD98-AC4C-E709-315E-9631E7DE8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34A32E-DBED-2294-A1D1-B7CE2CF42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497E7-CE31-7E47-E830-80E7D8E9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7B6344-94A6-E79F-A0CE-6C642FCD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FF2E6-110D-8C81-40BB-F1A5F47F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99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EF611-A467-C8DC-92EE-27E4B7EC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2E0EE0-DA41-15C0-9B06-5013B279E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7A1A9-7ECE-8580-0FA8-DF7F1214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58A4C7-4111-DF27-6924-2AEDC11F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A6897-7992-26ED-1568-D99E00CD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00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B9F995-E3A7-90C3-14AE-0D2041FF5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61701C-1D8D-C727-73A5-1BFDBE810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AA5AE-329A-B126-D47B-F851FD07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5543A-5A52-2B04-514C-C17DDA27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4BAF8-5BC7-7767-D3E8-EF9F4064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5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EE2B65-658B-C447-69BB-8BACF82C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AE8386-97ED-1B95-C0AB-2C532AB2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DD570-490D-0F17-E9B1-95A1FE5A8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6ABB1-B727-42E1-97D8-FD52BC4C149B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7692E1-1810-10D2-4843-102CD5A4A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48F57-92B7-6AD6-0289-1A8F6A0F2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03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E216EC4-BE3F-A5F1-DBDF-F3E66924A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900" y="1482135"/>
            <a:ext cx="5857875" cy="33623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C83DEC-6C25-0EEB-DFFF-2DFC53B85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4" y="1606036"/>
            <a:ext cx="5552222" cy="31145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D46E0F-C050-FAFB-EC72-EE702A617A5E}"/>
              </a:ext>
            </a:extLst>
          </p:cNvPr>
          <p:cNvSpPr txBox="1"/>
          <p:nvPr/>
        </p:nvSpPr>
        <p:spPr>
          <a:xfrm>
            <a:off x="5577970" y="2978630"/>
            <a:ext cx="49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>
                <a:solidFill>
                  <a:srgbClr val="C00000"/>
                </a:solidFill>
              </a:rPr>
              <a:t>Vs.</a:t>
            </a:r>
            <a:endParaRPr lang="ko-KR" altLang="en-US" b="1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87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37BBB34-79EA-9894-7283-FE3C70E56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517" y="1445879"/>
            <a:ext cx="4671378" cy="343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495C24-5C7A-5A4F-C03A-F38C3FDF4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97" y="1941603"/>
            <a:ext cx="4961993" cy="243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3ED77-53B2-C136-8A6F-CF0C979B3851}"/>
              </a:ext>
            </a:extLst>
          </p:cNvPr>
          <p:cNvSpPr txBox="1"/>
          <p:nvPr/>
        </p:nvSpPr>
        <p:spPr>
          <a:xfrm>
            <a:off x="5956434" y="727170"/>
            <a:ext cx="110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/>
              <a:t>Layers</a:t>
            </a:r>
            <a:endParaRPr lang="ko-KR" alt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1E74A-7D79-7CA9-4ACA-AF302189FE71}"/>
              </a:ext>
            </a:extLst>
          </p:cNvPr>
          <p:cNvSpPr txBox="1"/>
          <p:nvPr/>
        </p:nvSpPr>
        <p:spPr>
          <a:xfrm>
            <a:off x="6073870" y="1537193"/>
            <a:ext cx="871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Adapter</a:t>
            </a:r>
            <a:endParaRPr lang="ko-KR" altLang="en-US" sz="1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831A2-0C52-C660-A191-6B4FC4D14E56}"/>
              </a:ext>
            </a:extLst>
          </p:cNvPr>
          <p:cNvSpPr txBox="1"/>
          <p:nvPr/>
        </p:nvSpPr>
        <p:spPr>
          <a:xfrm>
            <a:off x="5930016" y="2147671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Application</a:t>
            </a:r>
            <a:endParaRPr lang="ko-KR" altLang="en-US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9F281-6C11-1774-E692-79C69CC14FC2}"/>
              </a:ext>
            </a:extLst>
          </p:cNvPr>
          <p:cNvSpPr txBox="1"/>
          <p:nvPr/>
        </p:nvSpPr>
        <p:spPr>
          <a:xfrm>
            <a:off x="6083905" y="2758149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Domain</a:t>
            </a:r>
            <a:endParaRPr lang="ko-KR" altLang="en-US" sz="1400" b="1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73035B0-E6FF-B642-237B-8746096203C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076589" y="2912038"/>
            <a:ext cx="3007316" cy="249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5024CF-1436-78F2-0D37-EEEB3558F77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935420" y="2912038"/>
            <a:ext cx="1916977" cy="20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7837766-6111-1A5E-F405-A2011B6DFE2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76589" y="2301560"/>
            <a:ext cx="2853427" cy="20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1A506D4-A83D-1CE8-429F-EE82706DBE7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089308" y="2301560"/>
            <a:ext cx="1501501" cy="610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E423708-8954-3E0C-78A9-B6D3E26404D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60484" y="1691082"/>
            <a:ext cx="1313386" cy="562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E185F27-2F1A-9589-0331-6B2A38055C60}"/>
              </a:ext>
            </a:extLst>
          </p:cNvPr>
          <p:cNvCxnSpPr>
            <a:stCxn id="5" idx="3"/>
          </p:cNvCxnSpPr>
          <p:nvPr/>
        </p:nvCxnSpPr>
        <p:spPr>
          <a:xfrm>
            <a:off x="6945455" y="1691082"/>
            <a:ext cx="1645354" cy="812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41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97C1-F602-3052-964E-065AF11E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FFE63A-6234-8AE1-C1E3-0443BA590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12" y="2569447"/>
            <a:ext cx="6429375" cy="370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49BB0-732B-766F-7675-40C92FC26063}"/>
              </a:ext>
            </a:extLst>
          </p:cNvPr>
          <p:cNvSpPr txBox="1"/>
          <p:nvPr/>
        </p:nvSpPr>
        <p:spPr>
          <a:xfrm>
            <a:off x="4238166" y="2073266"/>
            <a:ext cx="69762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ko-KR" sz="1400" b="1"/>
              <a:t>Input</a:t>
            </a:r>
            <a:endParaRPr lang="en-US" altLang="ko-KR" sz="1400" b="1"/>
          </a:p>
          <a:p>
            <a:pPr algn="r"/>
            <a:r>
              <a:rPr lang="en-US" altLang="ko-KR" sz="1100"/>
              <a:t>Request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DDB1E-9CD4-6082-13BF-DC257351A3ED}"/>
              </a:ext>
            </a:extLst>
          </p:cNvPr>
          <p:cNvSpPr txBox="1"/>
          <p:nvPr/>
        </p:nvSpPr>
        <p:spPr>
          <a:xfrm>
            <a:off x="7172632" y="2073266"/>
            <a:ext cx="79541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sz="1400" b="1"/>
              <a:t>Output</a:t>
            </a:r>
            <a:endParaRPr lang="en-US" altLang="ko-KR" sz="1400" b="1"/>
          </a:p>
          <a:p>
            <a:r>
              <a:rPr lang="en-US" altLang="ko-KR" sz="1100"/>
              <a:t>Response</a:t>
            </a:r>
            <a:endParaRPr lang="ko-KR" altLang="en-US" sz="110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292512D-FBB9-BA30-F0FD-EB129DF64EAD}"/>
              </a:ext>
            </a:extLst>
          </p:cNvPr>
          <p:cNvCxnSpPr>
            <a:cxnSpLocks/>
          </p:cNvCxnSpPr>
          <p:nvPr/>
        </p:nvCxnSpPr>
        <p:spPr>
          <a:xfrm>
            <a:off x="4935793" y="1366684"/>
            <a:ext cx="0" cy="49079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1ED6B9-3576-12E6-606A-36BFEF4CAC7A}"/>
              </a:ext>
            </a:extLst>
          </p:cNvPr>
          <p:cNvCxnSpPr>
            <a:cxnSpLocks/>
          </p:cNvCxnSpPr>
          <p:nvPr/>
        </p:nvCxnSpPr>
        <p:spPr>
          <a:xfrm>
            <a:off x="7172632" y="1366684"/>
            <a:ext cx="0" cy="49079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F325B9-3D9C-727B-3B48-6DD00F7C555A}"/>
              </a:ext>
            </a:extLst>
          </p:cNvPr>
          <p:cNvSpPr txBox="1"/>
          <p:nvPr/>
        </p:nvSpPr>
        <p:spPr>
          <a:xfrm>
            <a:off x="3548362" y="1605115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D6710-EA62-B936-3539-C932FED1BB47}"/>
              </a:ext>
            </a:extLst>
          </p:cNvPr>
          <p:cNvSpPr txBox="1"/>
          <p:nvPr/>
        </p:nvSpPr>
        <p:spPr>
          <a:xfrm>
            <a:off x="7172632" y="1605115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38602-6040-6077-8F03-3E8F3620A94B}"/>
              </a:ext>
            </a:extLst>
          </p:cNvPr>
          <p:cNvSpPr txBox="1"/>
          <p:nvPr/>
        </p:nvSpPr>
        <p:spPr>
          <a:xfrm>
            <a:off x="5216643" y="1605115"/>
            <a:ext cx="1675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Application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C203B-7D0B-609E-BF21-DA872892613E}"/>
              </a:ext>
            </a:extLst>
          </p:cNvPr>
          <p:cNvSpPr txBox="1"/>
          <p:nvPr/>
        </p:nvSpPr>
        <p:spPr>
          <a:xfrm>
            <a:off x="5639323" y="2073266"/>
            <a:ext cx="829779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ko-KR" sz="1400" b="1"/>
              <a:t>Process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105135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22D10F-4F9F-8C2B-C562-0F345C2BB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13" y="671512"/>
            <a:ext cx="8515350" cy="551497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A0B4FAB-7106-D40A-BD89-F53B83803061}"/>
              </a:ext>
            </a:extLst>
          </p:cNvPr>
          <p:cNvGrpSpPr/>
          <p:nvPr/>
        </p:nvGrpSpPr>
        <p:grpSpPr>
          <a:xfrm>
            <a:off x="166873" y="4925960"/>
            <a:ext cx="6974635" cy="955726"/>
            <a:chOff x="2476500" y="2557462"/>
            <a:chExt cx="7159625" cy="9810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0E583ED-50A6-DD02-D325-1D5EB35E7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C31EE9C-D175-C341-5A11-D3C3242B1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3FFBBB2-0DA3-CE67-505D-FA92E7847B46}"/>
              </a:ext>
            </a:extLst>
          </p:cNvPr>
          <p:cNvCxnSpPr>
            <a:cxnSpLocks/>
          </p:cNvCxnSpPr>
          <p:nvPr/>
        </p:nvCxnSpPr>
        <p:spPr>
          <a:xfrm>
            <a:off x="2222091" y="2340077"/>
            <a:ext cx="7895303" cy="4031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7D97DFE-B28B-F5DA-AF15-6D7A8EC309F1}"/>
              </a:ext>
            </a:extLst>
          </p:cNvPr>
          <p:cNvCxnSpPr>
            <a:cxnSpLocks/>
          </p:cNvCxnSpPr>
          <p:nvPr/>
        </p:nvCxnSpPr>
        <p:spPr>
          <a:xfrm flipV="1">
            <a:off x="2598793" y="2026226"/>
            <a:ext cx="4332949" cy="3057051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7201AC4-6B9B-C898-7E12-BD12E2F7663D}"/>
              </a:ext>
            </a:extLst>
          </p:cNvPr>
          <p:cNvCxnSpPr>
            <a:cxnSpLocks/>
          </p:cNvCxnSpPr>
          <p:nvPr/>
        </p:nvCxnSpPr>
        <p:spPr>
          <a:xfrm flipV="1">
            <a:off x="4843640" y="3657600"/>
            <a:ext cx="4821470" cy="1578077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D711EA-8125-2696-65AF-71ADDD3D002A}"/>
              </a:ext>
            </a:extLst>
          </p:cNvPr>
          <p:cNvSpPr txBox="1"/>
          <p:nvPr/>
        </p:nvSpPr>
        <p:spPr>
          <a:xfrm>
            <a:off x="4202292" y="4368448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b="1">
                <a:solidFill>
                  <a:srgbClr val="C00000"/>
                </a:solidFill>
              </a:rPr>
              <a:t>Interface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87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6839-E9E6-95A4-E0DE-C06D2703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1B8D8B0-8840-31C1-175F-3091CBCE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319213"/>
            <a:ext cx="6530742" cy="422964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82C584B-5F83-BD0F-AD3F-C4492C402096}"/>
              </a:ext>
            </a:extLst>
          </p:cNvPr>
          <p:cNvGrpSpPr/>
          <p:nvPr/>
        </p:nvGrpSpPr>
        <p:grpSpPr>
          <a:xfrm>
            <a:off x="1631601" y="5674464"/>
            <a:ext cx="6974635" cy="955726"/>
            <a:chOff x="2476500" y="2557462"/>
            <a:chExt cx="7159625" cy="98107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97B11B0-CA62-A9F4-4B37-C3592AF9B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F7066E3-5071-DD78-6FB2-E1FE24240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EB998E-17E6-A2F5-CB7B-2CD5120C6E95}"/>
              </a:ext>
            </a:extLst>
          </p:cNvPr>
          <p:cNvCxnSpPr>
            <a:cxnSpLocks/>
          </p:cNvCxnSpPr>
          <p:nvPr/>
        </p:nvCxnSpPr>
        <p:spPr>
          <a:xfrm>
            <a:off x="6269294" y="4218039"/>
            <a:ext cx="0" cy="25072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0A4D538-0E41-E6BC-C798-8B27AA12917D}"/>
              </a:ext>
            </a:extLst>
          </p:cNvPr>
          <p:cNvCxnSpPr>
            <a:cxnSpLocks/>
          </p:cNvCxnSpPr>
          <p:nvPr/>
        </p:nvCxnSpPr>
        <p:spPr>
          <a:xfrm>
            <a:off x="3821061" y="98323"/>
            <a:ext cx="0" cy="662694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6968A9C-FF2A-A24C-EFAA-3DA9B1997246}"/>
              </a:ext>
            </a:extLst>
          </p:cNvPr>
          <p:cNvCxnSpPr/>
          <p:nvPr/>
        </p:nvCxnSpPr>
        <p:spPr>
          <a:xfrm>
            <a:off x="6269294" y="4218039"/>
            <a:ext cx="215695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1DF8224-7AD8-41E1-2E1A-6F1A9518A538}"/>
              </a:ext>
            </a:extLst>
          </p:cNvPr>
          <p:cNvCxnSpPr>
            <a:cxnSpLocks/>
          </p:cNvCxnSpPr>
          <p:nvPr/>
        </p:nvCxnSpPr>
        <p:spPr>
          <a:xfrm>
            <a:off x="6269294" y="98323"/>
            <a:ext cx="0" cy="25072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293750D-764F-8262-F6E6-691F195D3BA5}"/>
              </a:ext>
            </a:extLst>
          </p:cNvPr>
          <p:cNvCxnSpPr>
            <a:cxnSpLocks/>
          </p:cNvCxnSpPr>
          <p:nvPr/>
        </p:nvCxnSpPr>
        <p:spPr>
          <a:xfrm>
            <a:off x="6269294" y="2605549"/>
            <a:ext cx="215695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B22D702-E244-1E6E-F132-95C90CB0C4C9}"/>
              </a:ext>
            </a:extLst>
          </p:cNvPr>
          <p:cNvCxnSpPr>
            <a:cxnSpLocks/>
          </p:cNvCxnSpPr>
          <p:nvPr/>
        </p:nvCxnSpPr>
        <p:spPr>
          <a:xfrm flipV="1">
            <a:off x="8426245" y="2605549"/>
            <a:ext cx="0" cy="16124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DC986D1-B368-CD07-967D-79E6C4E68112}"/>
              </a:ext>
            </a:extLst>
          </p:cNvPr>
          <p:cNvGrpSpPr/>
          <p:nvPr/>
        </p:nvGrpSpPr>
        <p:grpSpPr>
          <a:xfrm>
            <a:off x="1422904" y="149153"/>
            <a:ext cx="7199296" cy="1512499"/>
            <a:chOff x="1422904" y="227809"/>
            <a:chExt cx="7199296" cy="1512499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9771232D-3355-8E36-9595-CE91A7B243C7}"/>
                </a:ext>
              </a:extLst>
            </p:cNvPr>
            <p:cNvSpPr/>
            <p:nvPr/>
          </p:nvSpPr>
          <p:spPr>
            <a:xfrm>
              <a:off x="1422904" y="227809"/>
              <a:ext cx="2710814" cy="1512499"/>
            </a:xfrm>
            <a:prstGeom prst="rightArrow">
              <a:avLst>
                <a:gd name="adj1" fmla="val 729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3387CE80-2D1C-B17B-948B-EB01B45AEEB1}"/>
                </a:ext>
              </a:extLst>
            </p:cNvPr>
            <p:cNvSpPr/>
            <p:nvPr/>
          </p:nvSpPr>
          <p:spPr>
            <a:xfrm rot="10800000">
              <a:off x="5911386" y="227809"/>
              <a:ext cx="2710814" cy="1512499"/>
            </a:xfrm>
            <a:prstGeom prst="rightArrow">
              <a:avLst>
                <a:gd name="adj1" fmla="val 729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21F5FEA-D3AC-26B0-A22F-7529F217B0A0}"/>
              </a:ext>
            </a:extLst>
          </p:cNvPr>
          <p:cNvSpPr txBox="1"/>
          <p:nvPr/>
        </p:nvSpPr>
        <p:spPr>
          <a:xfrm>
            <a:off x="2241625" y="498661"/>
            <a:ext cx="7410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Input</a:t>
            </a:r>
            <a:endParaRPr lang="en-US" altLang="ko-KR" sz="1400" b="1"/>
          </a:p>
          <a:p>
            <a:pPr algn="ctr"/>
            <a:r>
              <a:rPr lang="en-US" altLang="ko-KR" sz="1200"/>
              <a:t>Request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0A28A-5CD0-D6EB-ADCC-43A1EAC4F078}"/>
              </a:ext>
            </a:extLst>
          </p:cNvPr>
          <p:cNvSpPr txBox="1"/>
          <p:nvPr/>
        </p:nvSpPr>
        <p:spPr>
          <a:xfrm>
            <a:off x="1918428" y="1004367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1D930-FD7F-6CA8-5A81-BA79E2ED1B10}"/>
              </a:ext>
            </a:extLst>
          </p:cNvPr>
          <p:cNvSpPr txBox="1"/>
          <p:nvPr/>
        </p:nvSpPr>
        <p:spPr>
          <a:xfrm>
            <a:off x="6842575" y="498661"/>
            <a:ext cx="8484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Output</a:t>
            </a:r>
            <a:endParaRPr lang="en-US" altLang="ko-KR" sz="1400" b="1"/>
          </a:p>
          <a:p>
            <a:pPr algn="ctr"/>
            <a:r>
              <a:rPr lang="en-US" altLang="ko-KR" sz="1200"/>
              <a:t>Response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468A8-312F-2DD9-2C59-F5CDAC290219}"/>
              </a:ext>
            </a:extLst>
          </p:cNvPr>
          <p:cNvSpPr txBox="1"/>
          <p:nvPr/>
        </p:nvSpPr>
        <p:spPr>
          <a:xfrm>
            <a:off x="6573078" y="1004367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22B83-1ED9-EC7E-D43F-A1ED2D1F64C9}"/>
              </a:ext>
            </a:extLst>
          </p:cNvPr>
          <p:cNvSpPr txBox="1"/>
          <p:nvPr/>
        </p:nvSpPr>
        <p:spPr>
          <a:xfrm>
            <a:off x="4207608" y="1004367"/>
            <a:ext cx="1675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Application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74724-0A49-703B-EB49-938A5E39D4D7}"/>
              </a:ext>
            </a:extLst>
          </p:cNvPr>
          <p:cNvSpPr txBox="1"/>
          <p:nvPr/>
        </p:nvSpPr>
        <p:spPr>
          <a:xfrm>
            <a:off x="4630288" y="498661"/>
            <a:ext cx="829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Process</a:t>
            </a:r>
            <a:endParaRPr lang="en-US" altLang="ko-KR" sz="1400" b="1"/>
          </a:p>
        </p:txBody>
      </p:sp>
    </p:spTree>
    <p:extLst>
      <p:ext uri="{BB962C8B-B14F-4D97-AF65-F5344CB8AC3E}">
        <p14:creationId xmlns:p14="http://schemas.microsoft.com/office/powerpoint/2010/main" val="208172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6A703F-BA4D-0DBA-FA04-2F9EFA946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485899"/>
            <a:ext cx="4532989" cy="37052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2CB8501-F3BD-EF98-1949-2818600ED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137" y="1228725"/>
            <a:ext cx="6765218" cy="43815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906242-6C96-7690-0BD7-FF89CC2EBDA4}"/>
              </a:ext>
            </a:extLst>
          </p:cNvPr>
          <p:cNvSpPr/>
          <p:nvPr/>
        </p:nvSpPr>
        <p:spPr>
          <a:xfrm>
            <a:off x="5905500" y="2190750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E70FB0-1F3D-DFC3-E5CA-24B20249433F}"/>
              </a:ext>
            </a:extLst>
          </p:cNvPr>
          <p:cNvSpPr/>
          <p:nvPr/>
        </p:nvSpPr>
        <p:spPr>
          <a:xfrm>
            <a:off x="1181100" y="4781550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E29BBBE-32F3-4C03-9CC9-7E429974858E}"/>
              </a:ext>
            </a:extLst>
          </p:cNvPr>
          <p:cNvCxnSpPr>
            <a:cxnSpLocks/>
            <a:stCxn id="8" idx="2"/>
            <a:endCxn id="7" idx="2"/>
          </p:cNvCxnSpPr>
          <p:nvPr/>
        </p:nvCxnSpPr>
        <p:spPr>
          <a:xfrm rot="5400000" flipH="1" flipV="1">
            <a:off x="2343150" y="1285875"/>
            <a:ext cx="2590800" cy="4724400"/>
          </a:xfrm>
          <a:prstGeom prst="bentConnector3">
            <a:avLst>
              <a:gd name="adj1" fmla="val -31250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EFCFD7F-B016-48F5-7BB3-5A14557D3D34}"/>
              </a:ext>
            </a:extLst>
          </p:cNvPr>
          <p:cNvCxnSpPr/>
          <p:nvPr/>
        </p:nvCxnSpPr>
        <p:spPr>
          <a:xfrm flipV="1">
            <a:off x="4324350" y="2219325"/>
            <a:ext cx="3933825" cy="249555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1985C7E-BBD6-9E00-A2FC-27C486105FC4}"/>
              </a:ext>
            </a:extLst>
          </p:cNvPr>
          <p:cNvCxnSpPr>
            <a:cxnSpLocks/>
          </p:cNvCxnSpPr>
          <p:nvPr/>
        </p:nvCxnSpPr>
        <p:spPr>
          <a:xfrm flipV="1">
            <a:off x="4324350" y="3419475"/>
            <a:ext cx="3962400" cy="4762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70C0A2-C5CA-470A-62E0-E4D39CC118DF}"/>
              </a:ext>
            </a:extLst>
          </p:cNvPr>
          <p:cNvSpPr/>
          <p:nvPr/>
        </p:nvSpPr>
        <p:spPr>
          <a:xfrm>
            <a:off x="10856972" y="3086100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89DA85-07F7-7D8B-789B-E4C878E7B99C}"/>
              </a:ext>
            </a:extLst>
          </p:cNvPr>
          <p:cNvSpPr/>
          <p:nvPr/>
        </p:nvSpPr>
        <p:spPr>
          <a:xfrm>
            <a:off x="3629024" y="1804987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1B416383-4933-7ED5-F5CD-EAB3EECF19E7}"/>
              </a:ext>
            </a:extLst>
          </p:cNvPr>
          <p:cNvCxnSpPr>
            <a:cxnSpLocks/>
            <a:stCxn id="20" idx="0"/>
            <a:endCxn id="19" idx="0"/>
          </p:cNvCxnSpPr>
          <p:nvPr/>
        </p:nvCxnSpPr>
        <p:spPr>
          <a:xfrm rot="16200000" flipH="1">
            <a:off x="6697691" y="-1168431"/>
            <a:ext cx="1281113" cy="7227948"/>
          </a:xfrm>
          <a:prstGeom prst="bentConnector3">
            <a:avLst>
              <a:gd name="adj1" fmla="val -63941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FC1D7D-7058-DC65-8398-0B0C1C81828F}"/>
              </a:ext>
            </a:extLst>
          </p:cNvPr>
          <p:cNvSpPr/>
          <p:nvPr/>
        </p:nvSpPr>
        <p:spPr>
          <a:xfrm>
            <a:off x="11296649" y="4905375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BC5CA7-31DE-1A8F-9575-C271CC551A4E}"/>
              </a:ext>
            </a:extLst>
          </p:cNvPr>
          <p:cNvSpPr/>
          <p:nvPr/>
        </p:nvSpPr>
        <p:spPr>
          <a:xfrm>
            <a:off x="1181100" y="1804986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476039DC-C26B-93D9-E03A-847F214C8367}"/>
              </a:ext>
            </a:extLst>
          </p:cNvPr>
          <p:cNvCxnSpPr>
            <a:cxnSpLocks/>
            <a:stCxn id="27" idx="0"/>
            <a:endCxn id="26" idx="3"/>
          </p:cNvCxnSpPr>
          <p:nvPr/>
        </p:nvCxnSpPr>
        <p:spPr>
          <a:xfrm rot="16200000" flipH="1">
            <a:off x="4791073" y="-1709737"/>
            <a:ext cx="3181352" cy="10210799"/>
          </a:xfrm>
          <a:prstGeom prst="bentConnector4">
            <a:avLst>
              <a:gd name="adj1" fmla="val -36527"/>
              <a:gd name="adj2" fmla="val 105784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E3848AA-FF22-C675-8AFD-73B60ADB515C}"/>
              </a:ext>
            </a:extLst>
          </p:cNvPr>
          <p:cNvSpPr txBox="1"/>
          <p:nvPr/>
        </p:nvSpPr>
        <p:spPr>
          <a:xfrm>
            <a:off x="4803550" y="1953698"/>
            <a:ext cx="49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/>
              <a:t>Vs.</a:t>
            </a:r>
            <a:endParaRPr lang="ko-KR" altLang="en-US" b="1" i="1"/>
          </a:p>
        </p:txBody>
      </p:sp>
    </p:spTree>
    <p:extLst>
      <p:ext uri="{BB962C8B-B14F-4D97-AF65-F5344CB8AC3E}">
        <p14:creationId xmlns:p14="http://schemas.microsoft.com/office/powerpoint/2010/main" val="116668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0414844-C3BC-203F-61A8-F79C204D0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265" y="850222"/>
            <a:ext cx="4961993" cy="243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1C0962B6-088F-1B21-AB14-AB7BD5B7A108}"/>
              </a:ext>
            </a:extLst>
          </p:cNvPr>
          <p:cNvGrpSpPr/>
          <p:nvPr/>
        </p:nvGrpSpPr>
        <p:grpSpPr>
          <a:xfrm>
            <a:off x="2339943" y="4159044"/>
            <a:ext cx="6974635" cy="955726"/>
            <a:chOff x="2476500" y="2557462"/>
            <a:chExt cx="7159625" cy="98107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DA02D2B-EA4E-CCB4-B77C-217F7DD5B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7B13AD-2483-9671-DA8C-230DD3D1D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D3816FA-AF5F-E7CB-5AB6-2A6B47301B8D}"/>
              </a:ext>
            </a:extLst>
          </p:cNvPr>
          <p:cNvCxnSpPr>
            <a:cxnSpLocks/>
          </p:cNvCxnSpPr>
          <p:nvPr/>
        </p:nvCxnSpPr>
        <p:spPr>
          <a:xfrm flipV="1">
            <a:off x="4630994" y="2969342"/>
            <a:ext cx="344129" cy="143551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F25F3CD-8D51-2171-D533-59D342523130}"/>
              </a:ext>
            </a:extLst>
          </p:cNvPr>
          <p:cNvCxnSpPr>
            <a:cxnSpLocks/>
          </p:cNvCxnSpPr>
          <p:nvPr/>
        </p:nvCxnSpPr>
        <p:spPr>
          <a:xfrm flipH="1" flipV="1">
            <a:off x="6626942" y="2969342"/>
            <a:ext cx="275303" cy="143551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215A2EC-38F8-9F77-7F66-31EE04B7F929}"/>
              </a:ext>
            </a:extLst>
          </p:cNvPr>
          <p:cNvCxnSpPr>
            <a:cxnSpLocks/>
          </p:cNvCxnSpPr>
          <p:nvPr/>
        </p:nvCxnSpPr>
        <p:spPr>
          <a:xfrm flipV="1">
            <a:off x="5702710" y="2871019"/>
            <a:ext cx="0" cy="153383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C4308F3-AEFA-4BFB-5138-B70D9AD04D69}"/>
              </a:ext>
            </a:extLst>
          </p:cNvPr>
          <p:cNvCxnSpPr>
            <a:cxnSpLocks/>
          </p:cNvCxnSpPr>
          <p:nvPr/>
        </p:nvCxnSpPr>
        <p:spPr>
          <a:xfrm flipV="1">
            <a:off x="2877422" y="2871019"/>
            <a:ext cx="583533" cy="153383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49C8BD1-3172-A8DE-2EEE-67F27A91E322}"/>
              </a:ext>
            </a:extLst>
          </p:cNvPr>
          <p:cNvCxnSpPr>
            <a:cxnSpLocks/>
          </p:cNvCxnSpPr>
          <p:nvPr/>
        </p:nvCxnSpPr>
        <p:spPr>
          <a:xfrm flipH="1" flipV="1">
            <a:off x="8082116" y="2871019"/>
            <a:ext cx="550607" cy="153383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690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5011-2A35-60E9-620D-AEB5399F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E276BE04-8DAC-0F29-8F43-82C41E87B0C4}"/>
              </a:ext>
            </a:extLst>
          </p:cNvPr>
          <p:cNvSpPr/>
          <p:nvPr/>
        </p:nvSpPr>
        <p:spPr>
          <a:xfrm>
            <a:off x="1069967" y="217979"/>
            <a:ext cx="3820814" cy="1512499"/>
          </a:xfrm>
          <a:prstGeom prst="rightArrow">
            <a:avLst>
              <a:gd name="adj1" fmla="val 72901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8F3FCFBE-E755-6989-A1BC-555DFB6DED85}"/>
              </a:ext>
            </a:extLst>
          </p:cNvPr>
          <p:cNvSpPr/>
          <p:nvPr/>
        </p:nvSpPr>
        <p:spPr>
          <a:xfrm rot="10800000">
            <a:off x="7593293" y="217979"/>
            <a:ext cx="3820814" cy="1512499"/>
          </a:xfrm>
          <a:prstGeom prst="rightArrow">
            <a:avLst>
              <a:gd name="adj1" fmla="val 72901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1C6FA24-9E19-7A36-E37B-EFB8F9879385}"/>
              </a:ext>
            </a:extLst>
          </p:cNvPr>
          <p:cNvGrpSpPr/>
          <p:nvPr/>
        </p:nvGrpSpPr>
        <p:grpSpPr>
          <a:xfrm>
            <a:off x="1886918" y="2952054"/>
            <a:ext cx="8862646" cy="1214438"/>
            <a:chOff x="2476500" y="2557462"/>
            <a:chExt cx="7159625" cy="9810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D1CBC33-9855-9AEF-A294-C488EFCAA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86646B5-DD67-5008-39B8-A8F4A3482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5870945-E3EB-E0F0-4C6E-88F783F1FB1B}"/>
              </a:ext>
            </a:extLst>
          </p:cNvPr>
          <p:cNvSpPr txBox="1"/>
          <p:nvPr/>
        </p:nvSpPr>
        <p:spPr>
          <a:xfrm>
            <a:off x="7087990" y="2235191"/>
            <a:ext cx="1488228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Strategy Pattern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IAdatper</a:t>
            </a:r>
            <a:endParaRPr lang="ko-KR" altLang="en-US" sz="1600" b="1">
              <a:solidFill>
                <a:srgbClr val="C00000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A8D207D-8364-F12B-138F-8821040CA278}"/>
              </a:ext>
            </a:extLst>
          </p:cNvPr>
          <p:cNvCxnSpPr>
            <a:cxnSpLocks/>
          </p:cNvCxnSpPr>
          <p:nvPr/>
        </p:nvCxnSpPr>
        <p:spPr>
          <a:xfrm>
            <a:off x="4679941" y="414259"/>
            <a:ext cx="0" cy="54702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50A3912-9FA2-71CA-8CAD-51F64B3E7DAF}"/>
              </a:ext>
            </a:extLst>
          </p:cNvPr>
          <p:cNvCxnSpPr>
            <a:cxnSpLocks/>
          </p:cNvCxnSpPr>
          <p:nvPr/>
        </p:nvCxnSpPr>
        <p:spPr>
          <a:xfrm>
            <a:off x="7804141" y="414259"/>
            <a:ext cx="0" cy="54702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C97E3AD-41DA-1DF5-9F1C-C719B8EAE382}"/>
              </a:ext>
            </a:extLst>
          </p:cNvPr>
          <p:cNvGrpSpPr/>
          <p:nvPr/>
        </p:nvGrpSpPr>
        <p:grpSpPr>
          <a:xfrm>
            <a:off x="1069966" y="3480384"/>
            <a:ext cx="10480528" cy="0"/>
            <a:chOff x="1069966" y="3175585"/>
            <a:chExt cx="10480528" cy="0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C6E7BE32-8E3A-F155-0949-D1703B1568FA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0210719-685A-F1D5-E180-397C352A3B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541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E42435-BFF4-4F82-2C75-5B8F09572607}"/>
              </a:ext>
            </a:extLst>
          </p:cNvPr>
          <p:cNvSpPr/>
          <p:nvPr/>
        </p:nvSpPr>
        <p:spPr>
          <a:xfrm>
            <a:off x="5463252" y="5105868"/>
            <a:ext cx="1513301" cy="758941"/>
          </a:xfrm>
          <a:prstGeom prst="rect">
            <a:avLst/>
          </a:prstGeom>
          <a:noFill/>
          <a:ln>
            <a:solidFill>
              <a:srgbClr val="A4A4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9EA9F03-38A8-1A0C-3353-8A32BC726E04}"/>
              </a:ext>
            </a:extLst>
          </p:cNvPr>
          <p:cNvCxnSpPr>
            <a:cxnSpLocks/>
          </p:cNvCxnSpPr>
          <p:nvPr/>
        </p:nvCxnSpPr>
        <p:spPr>
          <a:xfrm>
            <a:off x="6219903" y="3852167"/>
            <a:ext cx="0" cy="1253701"/>
          </a:xfrm>
          <a:prstGeom prst="straightConnector1">
            <a:avLst/>
          </a:prstGeom>
          <a:ln>
            <a:solidFill>
              <a:srgbClr val="A4A4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4E333A-C393-0A19-5C5D-7C1C339EF8A7}"/>
              </a:ext>
            </a:extLst>
          </p:cNvPr>
          <p:cNvSpPr/>
          <p:nvPr/>
        </p:nvSpPr>
        <p:spPr>
          <a:xfrm flipV="1">
            <a:off x="6083022" y="360933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19B048-6BB0-0396-59AE-C77801F7992C}"/>
              </a:ext>
            </a:extLst>
          </p:cNvPr>
          <p:cNvSpPr/>
          <p:nvPr/>
        </p:nvSpPr>
        <p:spPr>
          <a:xfrm flipV="1">
            <a:off x="6083022" y="510586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F24E9-7004-E1B6-2DF9-27D7B89132A1}"/>
              </a:ext>
            </a:extLst>
          </p:cNvPr>
          <p:cNvSpPr txBox="1"/>
          <p:nvPr/>
        </p:nvSpPr>
        <p:spPr>
          <a:xfrm>
            <a:off x="5743292" y="531606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708A41"/>
                </a:solidFill>
              </a:rPr>
              <a:t>Domain</a:t>
            </a:r>
            <a:endParaRPr lang="ko-KR" altLang="en-US" sz="1600" b="1">
              <a:solidFill>
                <a:srgbClr val="708A4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17FC4-7E0C-1FEE-DB70-6C8D0237349D}"/>
              </a:ext>
            </a:extLst>
          </p:cNvPr>
          <p:cNvSpPr txBox="1"/>
          <p:nvPr/>
        </p:nvSpPr>
        <p:spPr>
          <a:xfrm>
            <a:off x="2039559" y="1074534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8516E-27E6-BBFB-4ABD-10D0A6812E85}"/>
              </a:ext>
            </a:extLst>
          </p:cNvPr>
          <p:cNvSpPr txBox="1"/>
          <p:nvPr/>
        </p:nvSpPr>
        <p:spPr>
          <a:xfrm>
            <a:off x="2362756" y="566146"/>
            <a:ext cx="7410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Input</a:t>
            </a:r>
            <a:endParaRPr lang="en-US" altLang="ko-KR" sz="1400" b="1"/>
          </a:p>
          <a:p>
            <a:pPr algn="ctr"/>
            <a:r>
              <a:rPr lang="en-US" altLang="ko-KR" sz="1200"/>
              <a:t>Request</a:t>
            </a:r>
            <a:endParaRPr lang="ko-KR" alt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261552-2CD2-6BCA-82B5-F496E1074499}"/>
              </a:ext>
            </a:extLst>
          </p:cNvPr>
          <p:cNvSpPr txBox="1"/>
          <p:nvPr/>
        </p:nvSpPr>
        <p:spPr>
          <a:xfrm>
            <a:off x="9119724" y="1074534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23A7E-696A-E693-92C8-E7B70953A132}"/>
              </a:ext>
            </a:extLst>
          </p:cNvPr>
          <p:cNvSpPr txBox="1"/>
          <p:nvPr/>
        </p:nvSpPr>
        <p:spPr>
          <a:xfrm>
            <a:off x="9389221" y="566146"/>
            <a:ext cx="8484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Output</a:t>
            </a:r>
            <a:endParaRPr lang="en-US" altLang="ko-KR" sz="1400" b="1"/>
          </a:p>
          <a:p>
            <a:pPr algn="ctr"/>
            <a:r>
              <a:rPr lang="en-US" altLang="ko-KR" sz="1200"/>
              <a:t>Response</a:t>
            </a:r>
            <a:endParaRPr lang="ko-KR" alt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602564-C073-9F4C-5859-7191DD909527}"/>
              </a:ext>
            </a:extLst>
          </p:cNvPr>
          <p:cNvSpPr txBox="1"/>
          <p:nvPr/>
        </p:nvSpPr>
        <p:spPr>
          <a:xfrm>
            <a:off x="5404472" y="1074534"/>
            <a:ext cx="1675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Application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6E5EE-4C43-132B-462E-63112453969B}"/>
              </a:ext>
            </a:extLst>
          </p:cNvPr>
          <p:cNvSpPr txBox="1"/>
          <p:nvPr/>
        </p:nvSpPr>
        <p:spPr>
          <a:xfrm>
            <a:off x="5827152" y="566146"/>
            <a:ext cx="829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Process</a:t>
            </a:r>
            <a:endParaRPr lang="en-US" altLang="ko-KR" sz="1400" b="1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D54F303-0A73-E5F5-5C02-7AAA56FB2748}"/>
              </a:ext>
            </a:extLst>
          </p:cNvPr>
          <p:cNvSpPr/>
          <p:nvPr/>
        </p:nvSpPr>
        <p:spPr>
          <a:xfrm>
            <a:off x="4890789" y="4469319"/>
            <a:ext cx="2702504" cy="259784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C44A1C-F62E-7A67-94E1-9D9A7E50832C}"/>
              </a:ext>
            </a:extLst>
          </p:cNvPr>
          <p:cNvSpPr/>
          <p:nvPr/>
        </p:nvSpPr>
        <p:spPr>
          <a:xfrm>
            <a:off x="4794241" y="5884474"/>
            <a:ext cx="2900515" cy="12573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4DA227-9026-BD64-10EC-4D4C63B46952}"/>
              </a:ext>
            </a:extLst>
          </p:cNvPr>
          <p:cNvSpPr txBox="1"/>
          <p:nvPr/>
        </p:nvSpPr>
        <p:spPr>
          <a:xfrm>
            <a:off x="5515720" y="5985246"/>
            <a:ext cx="1367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Domain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1FD81-B2AC-9D97-0D01-F44781DB1F52}"/>
              </a:ext>
            </a:extLst>
          </p:cNvPr>
          <p:cNvSpPr txBox="1"/>
          <p:nvPr/>
        </p:nvSpPr>
        <p:spPr>
          <a:xfrm>
            <a:off x="3352397" y="1712420"/>
            <a:ext cx="2634439" cy="1259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CQRS-based Mediator Pattern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IRequest/IResponse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C00000"/>
                </a:solidFill>
              </a:rPr>
              <a:t>       - </a:t>
            </a:r>
            <a:r>
              <a:rPr lang="en-US" altLang="ko-KR" sz="1100" b="1">
                <a:solidFill>
                  <a:srgbClr val="C00000"/>
                </a:solidFill>
              </a:rPr>
              <a:t>I</a:t>
            </a:r>
            <a:r>
              <a:rPr lang="en-US" altLang="ko-KR" sz="1100">
                <a:solidFill>
                  <a:srgbClr val="C00000"/>
                </a:solidFill>
              </a:rPr>
              <a:t>Command</a:t>
            </a:r>
            <a:r>
              <a:rPr lang="en-US" altLang="ko-KR" sz="1100" b="1">
                <a:solidFill>
                  <a:srgbClr val="C00000"/>
                </a:solidFill>
              </a:rPr>
              <a:t>Request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C00000"/>
                </a:solidFill>
              </a:rPr>
              <a:t>       - </a:t>
            </a:r>
            <a:r>
              <a:rPr lang="en-US" altLang="ko-KR" sz="1100" b="1">
                <a:solidFill>
                  <a:srgbClr val="C00000"/>
                </a:solidFill>
              </a:rPr>
              <a:t>I</a:t>
            </a:r>
            <a:r>
              <a:rPr lang="en-US" altLang="ko-KR" sz="1100">
                <a:solidFill>
                  <a:srgbClr val="C00000"/>
                </a:solidFill>
              </a:rPr>
              <a:t>Query</a:t>
            </a:r>
            <a:r>
              <a:rPr lang="en-US" altLang="ko-KR" sz="1100" b="1">
                <a:solidFill>
                  <a:srgbClr val="C00000"/>
                </a:solidFill>
              </a:rPr>
              <a:t>Request</a:t>
            </a:r>
            <a:endParaRPr lang="ko-KR" altLang="en-US" sz="1100" b="1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7E3705-62FF-2AD6-B87B-AFBF20B78CC3}"/>
              </a:ext>
            </a:extLst>
          </p:cNvPr>
          <p:cNvSpPr txBox="1"/>
          <p:nvPr/>
        </p:nvSpPr>
        <p:spPr>
          <a:xfrm>
            <a:off x="978305" y="2235191"/>
            <a:ext cx="1355435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Result Pattern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T/Error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E6152F-43FF-3728-65B4-3EDF5C4F8AF9}"/>
              </a:ext>
            </a:extLst>
          </p:cNvPr>
          <p:cNvSpPr txBox="1"/>
          <p:nvPr/>
        </p:nvSpPr>
        <p:spPr>
          <a:xfrm>
            <a:off x="5130984" y="4110423"/>
            <a:ext cx="1024639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altLang="ko-KR" sz="1400">
                <a:solidFill>
                  <a:srgbClr val="C00000"/>
                </a:solidFill>
              </a:rPr>
              <a:t>Functional</a:t>
            </a:r>
            <a:endParaRPr lang="en-US" altLang="ko-KR" sz="140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IFin&lt;T&gt;</a:t>
            </a:r>
            <a:endParaRPr lang="ko-KR" altLang="en-US" sz="16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7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7D2A-CD3A-F455-9B05-D137C73F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E566107-522F-E21F-58F7-AD498C8135E3}"/>
              </a:ext>
            </a:extLst>
          </p:cNvPr>
          <p:cNvGrpSpPr/>
          <p:nvPr/>
        </p:nvGrpSpPr>
        <p:grpSpPr>
          <a:xfrm>
            <a:off x="1886918" y="2952054"/>
            <a:ext cx="8862646" cy="1214438"/>
            <a:chOff x="2476500" y="2557462"/>
            <a:chExt cx="7159625" cy="9810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5BE4BC-C2BF-5A34-604A-D69E297E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563D916-2880-729E-EB84-2B477F21E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5E77AA4-1B24-2DDA-9B1A-73AD00BECFD8}"/>
              </a:ext>
            </a:extLst>
          </p:cNvPr>
          <p:cNvGrpSpPr/>
          <p:nvPr/>
        </p:nvGrpSpPr>
        <p:grpSpPr>
          <a:xfrm>
            <a:off x="4679941" y="2290915"/>
            <a:ext cx="3124200" cy="3593557"/>
            <a:chOff x="4457700" y="676275"/>
            <a:chExt cx="3124200" cy="4752975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87D70BA-4FF4-AACF-4E0B-2D6A8DF63EA4}"/>
                </a:ext>
              </a:extLst>
            </p:cNvPr>
            <p:cNvCxnSpPr>
              <a:cxnSpLocks/>
            </p:cNvCxnSpPr>
            <p:nvPr/>
          </p:nvCxnSpPr>
          <p:spPr>
            <a:xfrm>
              <a:off x="4457700" y="676275"/>
              <a:ext cx="0" cy="475297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7F7656D-5091-A174-D73D-5E7E1D9DA36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900" y="676275"/>
              <a:ext cx="0" cy="475297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C38CA11-9DC5-0B2A-2749-2A44E927C324}"/>
              </a:ext>
            </a:extLst>
          </p:cNvPr>
          <p:cNvGrpSpPr/>
          <p:nvPr/>
        </p:nvGrpSpPr>
        <p:grpSpPr>
          <a:xfrm>
            <a:off x="1069966" y="3480384"/>
            <a:ext cx="10480528" cy="0"/>
            <a:chOff x="1069966" y="3175585"/>
            <a:chExt cx="10480528" cy="0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D1961E68-38B7-2979-1470-61D11D9E025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7F63BC9-1184-75E2-E8FF-01F016D315EB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541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BEE7B2-2CD3-0446-B6B2-FC441B6A6B03}"/>
              </a:ext>
            </a:extLst>
          </p:cNvPr>
          <p:cNvSpPr/>
          <p:nvPr/>
        </p:nvSpPr>
        <p:spPr>
          <a:xfrm>
            <a:off x="5463252" y="5105868"/>
            <a:ext cx="1513301" cy="758941"/>
          </a:xfrm>
          <a:prstGeom prst="rect">
            <a:avLst/>
          </a:prstGeom>
          <a:noFill/>
          <a:ln>
            <a:solidFill>
              <a:srgbClr val="A4A4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1D521E4-3049-C7CC-E4E3-4B1C2DA6CC82}"/>
              </a:ext>
            </a:extLst>
          </p:cNvPr>
          <p:cNvCxnSpPr>
            <a:cxnSpLocks/>
          </p:cNvCxnSpPr>
          <p:nvPr/>
        </p:nvCxnSpPr>
        <p:spPr>
          <a:xfrm>
            <a:off x="6219903" y="3852167"/>
            <a:ext cx="0" cy="1253701"/>
          </a:xfrm>
          <a:prstGeom prst="straightConnector1">
            <a:avLst/>
          </a:prstGeom>
          <a:ln>
            <a:solidFill>
              <a:srgbClr val="A4A4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2FA9A3-979D-361D-2BE7-ECF9F40A2FAD}"/>
              </a:ext>
            </a:extLst>
          </p:cNvPr>
          <p:cNvSpPr/>
          <p:nvPr/>
        </p:nvSpPr>
        <p:spPr>
          <a:xfrm flipV="1">
            <a:off x="6083022" y="360933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5460BC6-DCC8-0C50-2422-A76079D27C82}"/>
              </a:ext>
            </a:extLst>
          </p:cNvPr>
          <p:cNvSpPr/>
          <p:nvPr/>
        </p:nvSpPr>
        <p:spPr>
          <a:xfrm flipV="1">
            <a:off x="6083022" y="510586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B973E-3BD3-A604-6C54-D626FD0B71FC}"/>
              </a:ext>
            </a:extLst>
          </p:cNvPr>
          <p:cNvSpPr txBox="1"/>
          <p:nvPr/>
        </p:nvSpPr>
        <p:spPr>
          <a:xfrm>
            <a:off x="5743292" y="531606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708A41"/>
                </a:solidFill>
              </a:rPr>
              <a:t>Domain</a:t>
            </a:r>
            <a:endParaRPr lang="ko-KR" altLang="en-US" sz="1600" b="1">
              <a:solidFill>
                <a:srgbClr val="708A4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8299F34-6385-6CAD-AC6B-59DF96B9DB1D}"/>
              </a:ext>
            </a:extLst>
          </p:cNvPr>
          <p:cNvSpPr/>
          <p:nvPr/>
        </p:nvSpPr>
        <p:spPr>
          <a:xfrm>
            <a:off x="4890789" y="4469319"/>
            <a:ext cx="2702504" cy="259784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BB0D87-D596-F3F3-0908-3D206E73F043}"/>
              </a:ext>
            </a:extLst>
          </p:cNvPr>
          <p:cNvSpPr/>
          <p:nvPr/>
        </p:nvSpPr>
        <p:spPr>
          <a:xfrm>
            <a:off x="4794241" y="5884474"/>
            <a:ext cx="2900515" cy="12573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35544-6F6A-74E4-FE70-8FC423435405}"/>
              </a:ext>
            </a:extLst>
          </p:cNvPr>
          <p:cNvSpPr txBox="1"/>
          <p:nvPr/>
        </p:nvSpPr>
        <p:spPr>
          <a:xfrm>
            <a:off x="5515720" y="5985246"/>
            <a:ext cx="1367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Domain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27FDB2B-312C-7E5E-0FF2-F9E25325785E}"/>
              </a:ext>
            </a:extLst>
          </p:cNvPr>
          <p:cNvSpPr/>
          <p:nvPr/>
        </p:nvSpPr>
        <p:spPr>
          <a:xfrm>
            <a:off x="1445340" y="2665771"/>
            <a:ext cx="188018" cy="15829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FADE76B-6282-5D15-AD98-D97595982936}"/>
              </a:ext>
            </a:extLst>
          </p:cNvPr>
          <p:cNvSpPr/>
          <p:nvPr/>
        </p:nvSpPr>
        <p:spPr>
          <a:xfrm>
            <a:off x="5178618" y="2665771"/>
            <a:ext cx="188018" cy="15829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3B710AF-5251-578E-C64F-BDB5452C63B8}"/>
              </a:ext>
            </a:extLst>
          </p:cNvPr>
          <p:cNvSpPr/>
          <p:nvPr/>
        </p:nvSpPr>
        <p:spPr>
          <a:xfrm>
            <a:off x="8560423" y="2665771"/>
            <a:ext cx="188018" cy="15829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1A9C31F-063C-3C37-BE35-E1763A3E13B2}"/>
              </a:ext>
            </a:extLst>
          </p:cNvPr>
          <p:cNvSpPr/>
          <p:nvPr/>
        </p:nvSpPr>
        <p:spPr>
          <a:xfrm>
            <a:off x="10962011" y="2665771"/>
            <a:ext cx="188018" cy="15829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943E91-D213-8CE0-84A7-6AED65B4FBA4}"/>
              </a:ext>
            </a:extLst>
          </p:cNvPr>
          <p:cNvSpPr/>
          <p:nvPr/>
        </p:nvSpPr>
        <p:spPr>
          <a:xfrm rot="16200000">
            <a:off x="6138200" y="4355776"/>
            <a:ext cx="188018" cy="936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CA7C8-F31C-20FA-CC65-B2B352DB5D46}"/>
              </a:ext>
            </a:extLst>
          </p:cNvPr>
          <p:cNvSpPr txBox="1"/>
          <p:nvPr/>
        </p:nvSpPr>
        <p:spPr>
          <a:xfrm>
            <a:off x="460915" y="4570156"/>
            <a:ext cx="1314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sz="1400" b="1"/>
              <a:t>Observability</a:t>
            </a:r>
            <a:endParaRPr lang="ko-KR" altLang="en-US" sz="1400" b="1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6154BD1-16B4-7748-E050-19C1CAFB5E24}"/>
              </a:ext>
            </a:extLst>
          </p:cNvPr>
          <p:cNvSpPr/>
          <p:nvPr/>
        </p:nvSpPr>
        <p:spPr>
          <a:xfrm>
            <a:off x="616570" y="5016111"/>
            <a:ext cx="289851" cy="2361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4434E2B-550E-6470-C313-6FB32359B975}"/>
              </a:ext>
            </a:extLst>
          </p:cNvPr>
          <p:cNvSpPr/>
          <p:nvPr/>
        </p:nvSpPr>
        <p:spPr>
          <a:xfrm>
            <a:off x="616570" y="5377436"/>
            <a:ext cx="289851" cy="236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4942D3D-5C5A-9008-D6FF-0BA54515D5A5}"/>
              </a:ext>
            </a:extLst>
          </p:cNvPr>
          <p:cNvSpPr/>
          <p:nvPr/>
        </p:nvSpPr>
        <p:spPr>
          <a:xfrm>
            <a:off x="616570" y="5728661"/>
            <a:ext cx="289851" cy="236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48C73E-58E3-3CB0-B2FA-C84FDD300391}"/>
              </a:ext>
            </a:extLst>
          </p:cNvPr>
          <p:cNvSpPr txBox="1"/>
          <p:nvPr/>
        </p:nvSpPr>
        <p:spPr>
          <a:xfrm>
            <a:off x="1046383" y="5016111"/>
            <a:ext cx="4026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No implementation required: provided by the package</a:t>
            </a:r>
            <a:endParaRPr lang="ko-KR" altLang="en-US"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ECD4BD-4102-9A0B-EDC3-D252D7625995}"/>
              </a:ext>
            </a:extLst>
          </p:cNvPr>
          <p:cNvSpPr txBox="1"/>
          <p:nvPr/>
        </p:nvSpPr>
        <p:spPr>
          <a:xfrm>
            <a:off x="1046383" y="5369033"/>
            <a:ext cx="1954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implementation required</a:t>
            </a:r>
            <a:endParaRPr lang="ko-KR" altLang="en-US" sz="1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1DAF0B-41D4-4020-8EA6-6AD3337C9938}"/>
              </a:ext>
            </a:extLst>
          </p:cNvPr>
          <p:cNvSpPr txBox="1"/>
          <p:nvPr/>
        </p:nvSpPr>
        <p:spPr>
          <a:xfrm>
            <a:off x="1046383" y="5708247"/>
            <a:ext cx="299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No implementation required: Functional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2729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3F62-9569-6C13-5C7B-619D18A3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EBAA0272-57D2-2523-3838-66CC8DACC946}"/>
              </a:ext>
            </a:extLst>
          </p:cNvPr>
          <p:cNvGrpSpPr/>
          <p:nvPr/>
        </p:nvGrpSpPr>
        <p:grpSpPr>
          <a:xfrm>
            <a:off x="855736" y="55738"/>
            <a:ext cx="10480528" cy="6746525"/>
            <a:chOff x="1069966" y="120001"/>
            <a:chExt cx="10480528" cy="6746525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33945607-C8E9-0FF1-6F3E-67FD1275EE06}"/>
                </a:ext>
              </a:extLst>
            </p:cNvPr>
            <p:cNvGrpSpPr/>
            <p:nvPr/>
          </p:nvGrpSpPr>
          <p:grpSpPr>
            <a:xfrm>
              <a:off x="1886918" y="2952054"/>
              <a:ext cx="8862646" cy="1214438"/>
              <a:chOff x="2476500" y="2557462"/>
              <a:chExt cx="7159625" cy="98107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05F215A5-C811-2DBB-9671-8C47A18E0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76500" y="2557462"/>
                <a:ext cx="4257675" cy="981075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DD980261-7CDD-113A-6F46-12099466D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8125" y="2563812"/>
                <a:ext cx="3048000" cy="904875"/>
              </a:xfrm>
              <a:prstGeom prst="rect">
                <a:avLst/>
              </a:prstGeom>
            </p:spPr>
          </p:pic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7B95CB7-2ED4-AFCF-C35C-D3E2171E5FED}"/>
                </a:ext>
              </a:extLst>
            </p:cNvPr>
            <p:cNvGrpSpPr/>
            <p:nvPr/>
          </p:nvGrpSpPr>
          <p:grpSpPr>
            <a:xfrm>
              <a:off x="4679941" y="2123771"/>
              <a:ext cx="3124200" cy="3446069"/>
              <a:chOff x="4457700" y="676275"/>
              <a:chExt cx="3124200" cy="4752975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809B4910-4298-0171-178A-904F15000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7700" y="676275"/>
                <a:ext cx="0" cy="475297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799656A-39E6-6CB2-8689-7EE7176843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1900" y="676275"/>
                <a:ext cx="0" cy="475297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5D119D2-0AE7-9B99-89AF-DF071711B2C2}"/>
                </a:ext>
              </a:extLst>
            </p:cNvPr>
            <p:cNvGrpSpPr/>
            <p:nvPr/>
          </p:nvGrpSpPr>
          <p:grpSpPr>
            <a:xfrm>
              <a:off x="1069966" y="3480384"/>
              <a:ext cx="10480528" cy="0"/>
              <a:chOff x="1069966" y="3175585"/>
              <a:chExt cx="10480528" cy="0"/>
            </a:xfrm>
          </p:grpSpPr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1BCDA7D3-1757-DB32-31D3-79E8527FC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966" y="3175585"/>
                <a:ext cx="9269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73ECAB9D-4EBB-C658-64EF-44FCF4BFF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3541" y="3175585"/>
                <a:ext cx="9269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76C71A8-9E78-2EFC-83E7-F16EA2B74F8E}"/>
                </a:ext>
              </a:extLst>
            </p:cNvPr>
            <p:cNvSpPr/>
            <p:nvPr/>
          </p:nvSpPr>
          <p:spPr>
            <a:xfrm>
              <a:off x="5463252" y="4810901"/>
              <a:ext cx="1513301" cy="758941"/>
            </a:xfrm>
            <a:prstGeom prst="rect">
              <a:avLst/>
            </a:prstGeom>
            <a:noFill/>
            <a:ln>
              <a:solidFill>
                <a:srgbClr val="A4A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67FE9FA-4428-0D0C-DD38-25948644C237}"/>
                </a:ext>
              </a:extLst>
            </p:cNvPr>
            <p:cNvCxnSpPr>
              <a:cxnSpLocks/>
              <a:stCxn id="25" idx="0"/>
              <a:endCxn id="26" idx="2"/>
            </p:cNvCxnSpPr>
            <p:nvPr/>
          </p:nvCxnSpPr>
          <p:spPr>
            <a:xfrm>
              <a:off x="6219903" y="3852167"/>
              <a:ext cx="0" cy="958734"/>
            </a:xfrm>
            <a:prstGeom prst="straightConnector1">
              <a:avLst/>
            </a:prstGeom>
            <a:ln>
              <a:solidFill>
                <a:srgbClr val="A4A4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FCFE37F-336A-04CE-216C-25AB6DB71B66}"/>
                </a:ext>
              </a:extLst>
            </p:cNvPr>
            <p:cNvSpPr/>
            <p:nvPr/>
          </p:nvSpPr>
          <p:spPr>
            <a:xfrm flipV="1">
              <a:off x="6083022" y="3609338"/>
              <a:ext cx="273761" cy="242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6344433-0CF1-53AC-BE91-76E03CB5DD1C}"/>
                </a:ext>
              </a:extLst>
            </p:cNvPr>
            <p:cNvSpPr/>
            <p:nvPr/>
          </p:nvSpPr>
          <p:spPr>
            <a:xfrm flipV="1">
              <a:off x="6083022" y="4810901"/>
              <a:ext cx="273761" cy="242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68097C-F6E2-CFCA-5200-469036FA8F72}"/>
                </a:ext>
              </a:extLst>
            </p:cNvPr>
            <p:cNvSpPr txBox="1"/>
            <p:nvPr/>
          </p:nvSpPr>
          <p:spPr>
            <a:xfrm>
              <a:off x="5743292" y="5021094"/>
              <a:ext cx="9460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708A41"/>
                  </a:solidFill>
                </a:rPr>
                <a:t>Domain</a:t>
              </a:r>
              <a:endParaRPr lang="ko-KR" altLang="en-US" sz="1600" b="1">
                <a:solidFill>
                  <a:srgbClr val="708A4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3E55DCB-0A95-7C2A-DBB9-E529A541A200}"/>
                </a:ext>
              </a:extLst>
            </p:cNvPr>
            <p:cNvSpPr/>
            <p:nvPr/>
          </p:nvSpPr>
          <p:spPr>
            <a:xfrm>
              <a:off x="4890789" y="4174352"/>
              <a:ext cx="2702504" cy="2597849"/>
            </a:xfrm>
            <a:prstGeom prst="ellips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C2EA95F-8DCF-755E-1B19-75608032C920}"/>
                </a:ext>
              </a:extLst>
            </p:cNvPr>
            <p:cNvSpPr/>
            <p:nvPr/>
          </p:nvSpPr>
          <p:spPr>
            <a:xfrm>
              <a:off x="4794241" y="5609170"/>
              <a:ext cx="2900515" cy="12573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79AB05D-207B-1975-3FE3-5884A0B62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7622" y="120001"/>
              <a:ext cx="3777431" cy="1823211"/>
            </a:xfrm>
            <a:prstGeom prst="rect">
              <a:avLst/>
            </a:prstGeom>
          </p:spPr>
        </p:pic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8130120-D7C5-CA04-6A8F-876CC09974B9}"/>
                </a:ext>
              </a:extLst>
            </p:cNvPr>
            <p:cNvCxnSpPr>
              <a:cxnSpLocks/>
            </p:cNvCxnSpPr>
            <p:nvPr/>
          </p:nvCxnSpPr>
          <p:spPr>
            <a:xfrm>
              <a:off x="4679941" y="2769773"/>
              <a:ext cx="3124200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CAB9D19B-4E04-0D3E-736C-A860BE3C2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2391231"/>
              <a:ext cx="10480528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9F0E4E-AD99-61BC-3DB2-90C5916BBD66}"/>
                </a:ext>
              </a:extLst>
            </p:cNvPr>
            <p:cNvSpPr txBox="1"/>
            <p:nvPr/>
          </p:nvSpPr>
          <p:spPr>
            <a:xfrm>
              <a:off x="5642815" y="2600496"/>
              <a:ext cx="114704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C00000"/>
                  </a:solidFill>
                </a:rPr>
                <a:t>Unit</a:t>
              </a:r>
              <a:r>
                <a:rPr lang="ko-KR" altLang="en-US" sz="1600" b="1">
                  <a:solidFill>
                    <a:srgbClr val="C00000"/>
                  </a:solidFill>
                </a:rPr>
                <a:t> </a:t>
              </a:r>
              <a:r>
                <a:rPr lang="en-US" altLang="ko-KR" sz="1600" b="1">
                  <a:solidFill>
                    <a:srgbClr val="C00000"/>
                  </a:solidFill>
                </a:rPr>
                <a:t>Tests</a:t>
              </a:r>
              <a:endParaRPr lang="ko-KR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DFFF30-517D-1184-8772-742AF0B274AD}"/>
                </a:ext>
              </a:extLst>
            </p:cNvPr>
            <p:cNvSpPr txBox="1"/>
            <p:nvPr/>
          </p:nvSpPr>
          <p:spPr>
            <a:xfrm>
              <a:off x="5305030" y="2221954"/>
              <a:ext cx="182261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C00000"/>
                  </a:solidFill>
                </a:rPr>
                <a:t>Integration Tests</a:t>
              </a:r>
              <a:endParaRPr lang="ko-KR" altLang="en-US" sz="16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65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7EDD6C5-4C1E-F64B-C687-63EEE277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87" y="1362075"/>
            <a:ext cx="6765218" cy="4381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2B04CF-55D2-C4E8-0303-9D627EAF2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24" y="1362075"/>
            <a:ext cx="4532989" cy="370522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6657B6C-B6B6-04C5-ACF7-C19CC95BC3F6}"/>
              </a:ext>
            </a:extLst>
          </p:cNvPr>
          <p:cNvSpPr/>
          <p:nvPr/>
        </p:nvSpPr>
        <p:spPr>
          <a:xfrm>
            <a:off x="647700" y="2295525"/>
            <a:ext cx="4572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2F1676-3AAD-0FD8-8FEC-2092EAC62272}"/>
              </a:ext>
            </a:extLst>
          </p:cNvPr>
          <p:cNvSpPr/>
          <p:nvPr/>
        </p:nvSpPr>
        <p:spPr>
          <a:xfrm>
            <a:off x="8239125" y="4657725"/>
            <a:ext cx="4572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3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E21F3E-57DF-D3D1-FF0F-43773A9B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88" y="836817"/>
            <a:ext cx="4486275" cy="2962275"/>
          </a:xfrm>
          <a:prstGeom prst="rect">
            <a:avLst/>
          </a:prstGeom>
          <a:solidFill>
            <a:srgbClr val="FFFCC8"/>
          </a:solidFill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EBE1D9-B9FB-A5E1-DD7F-8ADEFF2F5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097" y="2276167"/>
            <a:ext cx="2286000" cy="280987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AD18B26-AD20-7426-6EBE-287046937B0C}"/>
              </a:ext>
            </a:extLst>
          </p:cNvPr>
          <p:cNvSpPr/>
          <p:nvPr/>
        </p:nvSpPr>
        <p:spPr>
          <a:xfrm>
            <a:off x="5562600" y="2530475"/>
            <a:ext cx="60325" cy="476250"/>
          </a:xfrm>
          <a:prstGeom prst="rect">
            <a:avLst/>
          </a:prstGeom>
          <a:solidFill>
            <a:srgbClr val="FFFCC8"/>
          </a:solidFill>
          <a:ln>
            <a:solidFill>
              <a:srgbClr val="FFF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8DB248-FF9E-DC9A-63D9-738C9370B474}"/>
              </a:ext>
            </a:extLst>
          </p:cNvPr>
          <p:cNvSpPr/>
          <p:nvPr/>
        </p:nvSpPr>
        <p:spPr>
          <a:xfrm>
            <a:off x="5562600" y="3079750"/>
            <a:ext cx="71438" cy="511176"/>
          </a:xfrm>
          <a:prstGeom prst="rect">
            <a:avLst/>
          </a:prstGeom>
          <a:solidFill>
            <a:srgbClr val="FFFCC8"/>
          </a:solidFill>
          <a:ln>
            <a:solidFill>
              <a:srgbClr val="FFF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C53A0E-C503-B964-E387-AC1F9FBDC076}"/>
              </a:ext>
            </a:extLst>
          </p:cNvPr>
          <p:cNvCxnSpPr/>
          <p:nvPr/>
        </p:nvCxnSpPr>
        <p:spPr>
          <a:xfrm>
            <a:off x="5289550" y="3041650"/>
            <a:ext cx="2730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A7F59FF1-4836-E434-042D-549A19574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184" y="2146504"/>
            <a:ext cx="1238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6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94</Words>
  <Application>Microsoft Office PowerPoint</Application>
  <PresentationFormat>와이드스크린</PresentationFormat>
  <Paragraphs>52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고형호</dc:creator>
  <cp:lastModifiedBy>형호 고</cp:lastModifiedBy>
  <cp:revision>9</cp:revision>
  <dcterms:created xsi:type="dcterms:W3CDTF">2025-11-24T08:23:30Z</dcterms:created>
  <dcterms:modified xsi:type="dcterms:W3CDTF">2025-11-27T22:06:24Z</dcterms:modified>
</cp:coreProperties>
</file>