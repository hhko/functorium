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56" r:id="rId3"/>
    <p:sldId id="258" r:id="rId4"/>
    <p:sldId id="260" r:id="rId5"/>
    <p:sldId id="261" r:id="rId6"/>
    <p:sldId id="262" r:id="rId7"/>
    <p:sldId id="268" r:id="rId8"/>
    <p:sldId id="265" r:id="rId9"/>
    <p:sldId id="271" r:id="rId10"/>
    <p:sldId id="269" r:id="rId11"/>
    <p:sldId id="267" r:id="rId12"/>
    <p:sldId id="263" r:id="rId13"/>
    <p:sldId id="259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8A41"/>
    <a:srgbClr val="CDD9AC"/>
    <a:srgbClr val="A4A4A4"/>
    <a:srgbClr val="FFFC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183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110D00-AD6B-EC4B-B604-320DDBC09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1AA321A-DFB6-E36B-7BD3-CDDE1A1218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AF3E4-0792-5697-F17B-D7C751106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6ABB1-B727-42E1-97D8-FD52BC4C149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765D37-E06F-198E-41AC-5C2C6D756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53DEBF-2E71-27CA-1768-845CCABA5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EF514-EB1E-4E5A-B985-533C00428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583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2AD074-FCCA-2796-7CF9-3E1C6C7E3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17D487-B912-1285-A89A-397869B1D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64FE61-FC8A-574B-B14D-70CA07832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6ABB1-B727-42E1-97D8-FD52BC4C149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025C93-599A-8B57-207E-6A5AC63CB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53656E-38D2-D931-2593-95C791E04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EF514-EB1E-4E5A-B985-533C00428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8090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D6C96D-FF81-5F5E-3EA6-8896BEBE2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BF5E61-F9AF-BB2A-274F-FEF7633255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B18C96-7E31-E011-8F4D-6EF31851B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6ABB1-B727-42E1-97D8-FD52BC4C149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094644-767D-92E6-9BD3-E385FE1D3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90C251-7898-ED37-5E51-B9C452344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EF514-EB1E-4E5A-B985-533C00428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614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64B926-B3E7-159C-D61A-93A8E6D08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7FDAFD-1280-292F-8474-4AD5301AC8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C771FDD-2846-7115-26AC-70D25E7487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EA92DFA-37E9-CE5F-49DF-96B02BD3A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6ABB1-B727-42E1-97D8-FD52BC4C149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1997715-BE3E-15A1-C08D-B0F06E5A8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C88817-5FC5-3A99-F6CA-0316F586E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EF514-EB1E-4E5A-B985-533C00428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942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00DA2E-3518-F84D-AE5E-6076CC0D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345A6B-AF8C-7955-1CE2-400C792D9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71D3606-4DF3-772F-85B9-DCAC5D380C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456BE94-384B-35ED-E0CD-76AD07D7B3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54BE32F-8822-CAEB-EC3B-B4EF54D869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5EAB7CE-7E2C-C83F-CA26-B82CD22D7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6ABB1-B727-42E1-97D8-FD52BC4C149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4B391D0-A5C4-23F3-DE8D-F8EE32769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13F5C90-EF33-4C44-BD2B-CE82AFC30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EF514-EB1E-4E5A-B985-533C00428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5384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443F3D-20F4-9B8C-3EC3-4DB67CBE2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48B9BD0-BB62-09FF-6F33-08A0BB33B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6ABB1-B727-42E1-97D8-FD52BC4C149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68465F7-D93E-38E1-858B-0EF27C879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3E249E-28E9-86E3-7E1C-18E7E02BE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EF514-EB1E-4E5A-B985-533C00428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9673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1533334-360B-A406-4190-81DAE0499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6ABB1-B727-42E1-97D8-FD52BC4C149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93BF206-3E33-29E2-5C16-BBFB630F3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4AAFF5-C916-90D9-1DC4-5791A0AA0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EF514-EB1E-4E5A-B985-533C00428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7637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963A67-CCF5-CAFE-BEF8-BDD99BE88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0F3B93-1D9B-1AA8-8DEC-569CF9408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D86D4CA-0AFF-5BA3-6EC2-A08E4EDACA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BBD17CB-02FF-38CB-43D8-20C3175F0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6ABB1-B727-42E1-97D8-FD52BC4C149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BF055E-3468-7E7D-045F-6ED39C3B6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19DCAC1-F6A6-E4ED-10E0-CA8ADB6D3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EF514-EB1E-4E5A-B985-533C00428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3306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75528A-4235-C077-53D3-E9154DCF8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8EECD98-AC4C-E709-315E-9631E7DE8D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234A32E-DBED-2294-A1D1-B7CE2CF42A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7497E7-CE31-7E47-E830-80E7D8E9E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6ABB1-B727-42E1-97D8-FD52BC4C149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27B6344-94A6-E79F-A0CE-6C642FCD9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2FF2E6-110D-8C81-40BB-F1A5F47F5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EF514-EB1E-4E5A-B985-533C00428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7997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1EF611-A467-C8DC-92EE-27E4B7EC5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D2E0EE0-DA41-15C0-9B06-5013B279EF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57A1A9-7ECE-8580-0FA8-DF7F1214C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6ABB1-B727-42E1-97D8-FD52BC4C149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58A4C7-4111-DF27-6924-2AEDC11F1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0A6897-7992-26ED-1568-D99E00CDB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EF514-EB1E-4E5A-B985-533C00428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7008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9B9F995-E3A7-90C3-14AE-0D2041FF55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C61701C-1D8D-C727-73A5-1BFDBE8100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DAA5AE-329A-B126-D47B-F851FD073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6ABB1-B727-42E1-97D8-FD52BC4C149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85543A-5A52-2B04-514C-C17DDA274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64BAF8-5BC7-7767-D3E8-EF9F40646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EF514-EB1E-4E5A-B985-533C00428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7751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3EE2B65-658B-C447-69BB-8BACF82C0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AE8386-97ED-1B95-C0AB-2C532AB29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DDD570-490D-0F17-E9B1-95A1FE5A8C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56ABB1-B727-42E1-97D8-FD52BC4C149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7692E1-1810-10D2-4843-102CD5A4AF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748F57-92B7-6AD6-0289-1A8F6A0F28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3EF514-EB1E-4E5A-B985-533C00428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7032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FE216EC4-BE3F-A5F1-DBDF-F3E66924AB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5900" y="1482135"/>
            <a:ext cx="5857875" cy="336232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3C83DEC-6C25-0EEB-DFFF-2DFC53B85F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304" y="1606036"/>
            <a:ext cx="5552222" cy="31145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CD46E0F-C050-FAFB-EC72-EE702A617A5E}"/>
              </a:ext>
            </a:extLst>
          </p:cNvPr>
          <p:cNvSpPr txBox="1"/>
          <p:nvPr/>
        </p:nvSpPr>
        <p:spPr>
          <a:xfrm>
            <a:off x="5577970" y="2978630"/>
            <a:ext cx="499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i="1">
                <a:solidFill>
                  <a:srgbClr val="C00000"/>
                </a:solidFill>
              </a:rPr>
              <a:t>Vs.</a:t>
            </a:r>
            <a:endParaRPr lang="ko-KR" altLang="en-US" b="1" i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2878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37BBB34-79EA-9894-7283-FE3C70E565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1517" y="1445879"/>
            <a:ext cx="4671378" cy="3430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A495C24-5C7A-5A4F-C03A-F38C3FDF49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097" y="1941603"/>
            <a:ext cx="4961993" cy="2439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43ED77-53B2-C136-8A6F-CF0C979B3851}"/>
              </a:ext>
            </a:extLst>
          </p:cNvPr>
          <p:cNvSpPr txBox="1"/>
          <p:nvPr/>
        </p:nvSpPr>
        <p:spPr>
          <a:xfrm>
            <a:off x="5956434" y="727170"/>
            <a:ext cx="11064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/>
              <a:t>Layers</a:t>
            </a:r>
            <a:endParaRPr lang="ko-KR" altLang="en-US" sz="2400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81E74A-7D79-7CA9-4ACA-AF302189FE71}"/>
              </a:ext>
            </a:extLst>
          </p:cNvPr>
          <p:cNvSpPr txBox="1"/>
          <p:nvPr/>
        </p:nvSpPr>
        <p:spPr>
          <a:xfrm>
            <a:off x="6073870" y="1537193"/>
            <a:ext cx="8715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/>
              <a:t>Adapter</a:t>
            </a:r>
            <a:endParaRPr lang="ko-KR" altLang="en-US" sz="1400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0831A2-0C52-C660-A191-6B4FC4D14E56}"/>
              </a:ext>
            </a:extLst>
          </p:cNvPr>
          <p:cNvSpPr txBox="1"/>
          <p:nvPr/>
        </p:nvSpPr>
        <p:spPr>
          <a:xfrm>
            <a:off x="5930016" y="2147671"/>
            <a:ext cx="1159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/>
              <a:t>Application</a:t>
            </a:r>
            <a:endParaRPr lang="ko-KR" altLang="en-US" sz="1400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A9F281-6C11-1774-E692-79C69CC14FC2}"/>
              </a:ext>
            </a:extLst>
          </p:cNvPr>
          <p:cNvSpPr txBox="1"/>
          <p:nvPr/>
        </p:nvSpPr>
        <p:spPr>
          <a:xfrm>
            <a:off x="6083905" y="2758149"/>
            <a:ext cx="8515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/>
              <a:t>Domain</a:t>
            </a:r>
            <a:endParaRPr lang="ko-KR" altLang="en-US" sz="1400" b="1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A73035B0-E6FF-B642-237B-8746096203C1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3076589" y="2912038"/>
            <a:ext cx="3007316" cy="2493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A75024CF-1436-78F2-0D37-EEEB3558F770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6935420" y="2912038"/>
            <a:ext cx="1916977" cy="2016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7837766-6111-1A5E-F405-A2011B6DFE2D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3076589" y="2301560"/>
            <a:ext cx="2853427" cy="2016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11A506D4-A83D-1CE8-429F-EE82706DBE70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7089308" y="2301560"/>
            <a:ext cx="1501501" cy="6104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8E423708-8954-3E0C-78A9-B6D3E26404DE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4760484" y="1691082"/>
            <a:ext cx="1313386" cy="5627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1E185F27-2F1A-9589-0331-6B2A38055C60}"/>
              </a:ext>
            </a:extLst>
          </p:cNvPr>
          <p:cNvCxnSpPr>
            <a:stCxn id="5" idx="3"/>
          </p:cNvCxnSpPr>
          <p:nvPr/>
        </p:nvCxnSpPr>
        <p:spPr>
          <a:xfrm>
            <a:off x="6945455" y="1691082"/>
            <a:ext cx="1645354" cy="8121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3417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197C1-F602-3052-964E-065AF11E0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CFFE63A-6234-8AE1-C1E3-0443BA590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1312" y="2569447"/>
            <a:ext cx="6429375" cy="37052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D49BB0-732B-766F-7675-40C92FC26063}"/>
              </a:ext>
            </a:extLst>
          </p:cNvPr>
          <p:cNvSpPr txBox="1"/>
          <p:nvPr/>
        </p:nvSpPr>
        <p:spPr>
          <a:xfrm>
            <a:off x="4238166" y="2073266"/>
            <a:ext cx="69762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altLang="ko-KR" sz="1400" b="1"/>
              <a:t>Input</a:t>
            </a:r>
            <a:endParaRPr lang="en-US" altLang="ko-KR" sz="1400" b="1"/>
          </a:p>
          <a:p>
            <a:pPr algn="r"/>
            <a:r>
              <a:rPr lang="en-US" altLang="ko-KR" sz="1100"/>
              <a:t>Request</a:t>
            </a:r>
            <a:endParaRPr lang="ko-KR" altLang="en-US" sz="11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FDDB1E-9CD4-6082-13BF-DC257351A3ED}"/>
              </a:ext>
            </a:extLst>
          </p:cNvPr>
          <p:cNvSpPr txBox="1"/>
          <p:nvPr/>
        </p:nvSpPr>
        <p:spPr>
          <a:xfrm>
            <a:off x="7172632" y="2073266"/>
            <a:ext cx="79541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altLang="ko-KR" sz="1400" b="1"/>
              <a:t>Output</a:t>
            </a:r>
            <a:endParaRPr lang="en-US" altLang="ko-KR" sz="1400" b="1"/>
          </a:p>
          <a:p>
            <a:r>
              <a:rPr lang="en-US" altLang="ko-KR" sz="1100"/>
              <a:t>Response</a:t>
            </a:r>
            <a:endParaRPr lang="ko-KR" altLang="en-US" sz="110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D292512D-FBB9-BA30-F0FD-EB129DF64EAD}"/>
              </a:ext>
            </a:extLst>
          </p:cNvPr>
          <p:cNvCxnSpPr>
            <a:cxnSpLocks/>
          </p:cNvCxnSpPr>
          <p:nvPr/>
        </p:nvCxnSpPr>
        <p:spPr>
          <a:xfrm>
            <a:off x="4935793" y="1366684"/>
            <a:ext cx="0" cy="490798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71ED6B9-3576-12E6-606A-36BFEF4CAC7A}"/>
              </a:ext>
            </a:extLst>
          </p:cNvPr>
          <p:cNvCxnSpPr>
            <a:cxnSpLocks/>
          </p:cNvCxnSpPr>
          <p:nvPr/>
        </p:nvCxnSpPr>
        <p:spPr>
          <a:xfrm>
            <a:off x="7172632" y="1366684"/>
            <a:ext cx="0" cy="490798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5F325B9-3D9C-727B-3B48-6DD00F7C555A}"/>
              </a:ext>
            </a:extLst>
          </p:cNvPr>
          <p:cNvSpPr txBox="1"/>
          <p:nvPr/>
        </p:nvSpPr>
        <p:spPr>
          <a:xfrm>
            <a:off x="3548362" y="1605115"/>
            <a:ext cx="13874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rgbClr val="0070C0"/>
                </a:solidFill>
              </a:rPr>
              <a:t>Adapter </a:t>
            </a:r>
            <a:r>
              <a:rPr lang="en-GB" altLang="ko-KR" sz="1400" b="1">
                <a:solidFill>
                  <a:srgbClr val="0070C0"/>
                </a:solidFill>
              </a:rPr>
              <a:t>Layer</a:t>
            </a:r>
            <a:endParaRPr lang="ko-KR" altLang="en-US" sz="1400" b="1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3D6710-EA62-B936-3539-C932FED1BB47}"/>
              </a:ext>
            </a:extLst>
          </p:cNvPr>
          <p:cNvSpPr txBox="1"/>
          <p:nvPr/>
        </p:nvSpPr>
        <p:spPr>
          <a:xfrm>
            <a:off x="7172632" y="1605115"/>
            <a:ext cx="13874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rgbClr val="0070C0"/>
                </a:solidFill>
              </a:rPr>
              <a:t>Adapter </a:t>
            </a:r>
            <a:r>
              <a:rPr lang="en-GB" altLang="ko-KR" sz="1400" b="1">
                <a:solidFill>
                  <a:srgbClr val="0070C0"/>
                </a:solidFill>
              </a:rPr>
              <a:t>Layer</a:t>
            </a:r>
            <a:endParaRPr lang="ko-KR" altLang="en-US" sz="1400" b="1">
              <a:solidFill>
                <a:srgbClr val="0070C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C38602-6040-6077-8F03-3E8F3620A94B}"/>
              </a:ext>
            </a:extLst>
          </p:cNvPr>
          <p:cNvSpPr txBox="1"/>
          <p:nvPr/>
        </p:nvSpPr>
        <p:spPr>
          <a:xfrm>
            <a:off x="5216643" y="1605115"/>
            <a:ext cx="16751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rgbClr val="0070C0"/>
                </a:solidFill>
              </a:rPr>
              <a:t>Application </a:t>
            </a:r>
            <a:r>
              <a:rPr lang="en-GB" altLang="ko-KR" sz="1400" b="1">
                <a:solidFill>
                  <a:srgbClr val="0070C0"/>
                </a:solidFill>
              </a:rPr>
              <a:t>Layer</a:t>
            </a:r>
            <a:endParaRPr lang="ko-KR" altLang="en-US" sz="1400" b="1">
              <a:solidFill>
                <a:srgbClr val="0070C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CC203B-7D0B-609E-BF21-DA872892613E}"/>
              </a:ext>
            </a:extLst>
          </p:cNvPr>
          <p:cNvSpPr txBox="1"/>
          <p:nvPr/>
        </p:nvSpPr>
        <p:spPr>
          <a:xfrm>
            <a:off x="5639323" y="2073266"/>
            <a:ext cx="829779" cy="373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altLang="ko-KR" sz="1400" b="1"/>
              <a:t>Process</a:t>
            </a:r>
            <a:endParaRPr lang="ko-KR" altLang="en-US" sz="1400" b="1"/>
          </a:p>
        </p:txBody>
      </p:sp>
    </p:spTree>
    <p:extLst>
      <p:ext uri="{BB962C8B-B14F-4D97-AF65-F5344CB8AC3E}">
        <p14:creationId xmlns:p14="http://schemas.microsoft.com/office/powerpoint/2010/main" val="1051353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822D10F-4F9F-8C2B-C562-0F345C2BB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513" y="671512"/>
            <a:ext cx="8515350" cy="5514975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EA0B4FAB-7106-D40A-BD89-F53B83803061}"/>
              </a:ext>
            </a:extLst>
          </p:cNvPr>
          <p:cNvGrpSpPr/>
          <p:nvPr/>
        </p:nvGrpSpPr>
        <p:grpSpPr>
          <a:xfrm>
            <a:off x="166873" y="4925960"/>
            <a:ext cx="6974635" cy="955726"/>
            <a:chOff x="2476500" y="2557462"/>
            <a:chExt cx="7159625" cy="981075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A0E583ED-50A6-DD02-D325-1D5EB35E7E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76500" y="2557462"/>
              <a:ext cx="4257675" cy="981075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FC31EE9C-D175-C341-5A11-D3C3242B1D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88125" y="2563812"/>
              <a:ext cx="3048000" cy="904875"/>
            </a:xfrm>
            <a:prstGeom prst="rect">
              <a:avLst/>
            </a:prstGeom>
          </p:spPr>
        </p:pic>
      </p:grp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3FFBBB2-0DA3-CE67-505D-FA92E7847B46}"/>
              </a:ext>
            </a:extLst>
          </p:cNvPr>
          <p:cNvCxnSpPr>
            <a:cxnSpLocks/>
          </p:cNvCxnSpPr>
          <p:nvPr/>
        </p:nvCxnSpPr>
        <p:spPr>
          <a:xfrm>
            <a:off x="2222091" y="2340077"/>
            <a:ext cx="7895303" cy="40312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77D97DFE-B28B-F5DA-AF15-6D7A8EC309F1}"/>
              </a:ext>
            </a:extLst>
          </p:cNvPr>
          <p:cNvCxnSpPr>
            <a:cxnSpLocks/>
          </p:cNvCxnSpPr>
          <p:nvPr/>
        </p:nvCxnSpPr>
        <p:spPr>
          <a:xfrm flipV="1">
            <a:off x="2598793" y="2026226"/>
            <a:ext cx="4332949" cy="3057051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57201AC4-6B9B-C898-7E12-BD12E2F7663D}"/>
              </a:ext>
            </a:extLst>
          </p:cNvPr>
          <p:cNvCxnSpPr>
            <a:cxnSpLocks/>
          </p:cNvCxnSpPr>
          <p:nvPr/>
        </p:nvCxnSpPr>
        <p:spPr>
          <a:xfrm flipV="1">
            <a:off x="4843640" y="3657600"/>
            <a:ext cx="4821470" cy="1578077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4D711EA-8125-2696-65AF-71ADDD3D002A}"/>
              </a:ext>
            </a:extLst>
          </p:cNvPr>
          <p:cNvSpPr txBox="1"/>
          <p:nvPr/>
        </p:nvSpPr>
        <p:spPr>
          <a:xfrm>
            <a:off x="4202292" y="4368448"/>
            <a:ext cx="1159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altLang="ko-KR" b="1">
                <a:solidFill>
                  <a:srgbClr val="C00000"/>
                </a:solidFill>
              </a:rPr>
              <a:t>Interface</a:t>
            </a:r>
            <a:endParaRPr lang="ko-KR" altLang="en-US" b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4871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16839-E9E6-95A4-E0DE-C06D2703D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1B8D8B0-8840-31C1-175F-3091CBCE2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550" y="1319213"/>
            <a:ext cx="6530742" cy="4229642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282C584B-5F83-BD0F-AD3F-C4492C402096}"/>
              </a:ext>
            </a:extLst>
          </p:cNvPr>
          <p:cNvGrpSpPr/>
          <p:nvPr/>
        </p:nvGrpSpPr>
        <p:grpSpPr>
          <a:xfrm>
            <a:off x="1631601" y="5674464"/>
            <a:ext cx="6974635" cy="955726"/>
            <a:chOff x="2476500" y="2557462"/>
            <a:chExt cx="7159625" cy="981075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D97B11B0-CA62-A9F4-4B37-C3592AF9B8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76500" y="2557462"/>
              <a:ext cx="4257675" cy="981075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AF7066E3-5071-DD78-6FB2-E1FE24240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88125" y="2563812"/>
              <a:ext cx="3048000" cy="904875"/>
            </a:xfrm>
            <a:prstGeom prst="rect">
              <a:avLst/>
            </a:prstGeom>
          </p:spPr>
        </p:pic>
      </p:grp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8EB998E-17E6-A2F5-CB7B-2CD5120C6E95}"/>
              </a:ext>
            </a:extLst>
          </p:cNvPr>
          <p:cNvCxnSpPr>
            <a:cxnSpLocks/>
          </p:cNvCxnSpPr>
          <p:nvPr/>
        </p:nvCxnSpPr>
        <p:spPr>
          <a:xfrm>
            <a:off x="6269294" y="4218039"/>
            <a:ext cx="0" cy="250722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0A4D538-0E41-E6BC-C798-8B27AA12917D}"/>
              </a:ext>
            </a:extLst>
          </p:cNvPr>
          <p:cNvCxnSpPr>
            <a:cxnSpLocks/>
          </p:cNvCxnSpPr>
          <p:nvPr/>
        </p:nvCxnSpPr>
        <p:spPr>
          <a:xfrm>
            <a:off x="3821061" y="98323"/>
            <a:ext cx="0" cy="6626942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B6968A9C-FF2A-A24C-EFAA-3DA9B1997246}"/>
              </a:ext>
            </a:extLst>
          </p:cNvPr>
          <p:cNvCxnSpPr/>
          <p:nvPr/>
        </p:nvCxnSpPr>
        <p:spPr>
          <a:xfrm>
            <a:off x="6269294" y="4218039"/>
            <a:ext cx="2156951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B1DF8224-7AD8-41E1-2E1A-6F1A9518A538}"/>
              </a:ext>
            </a:extLst>
          </p:cNvPr>
          <p:cNvCxnSpPr>
            <a:cxnSpLocks/>
          </p:cNvCxnSpPr>
          <p:nvPr/>
        </p:nvCxnSpPr>
        <p:spPr>
          <a:xfrm>
            <a:off x="6269294" y="98323"/>
            <a:ext cx="0" cy="250722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4293750D-764F-8262-F6E6-691F195D3BA5}"/>
              </a:ext>
            </a:extLst>
          </p:cNvPr>
          <p:cNvCxnSpPr>
            <a:cxnSpLocks/>
          </p:cNvCxnSpPr>
          <p:nvPr/>
        </p:nvCxnSpPr>
        <p:spPr>
          <a:xfrm>
            <a:off x="6269294" y="2605549"/>
            <a:ext cx="2156951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EB22D702-E244-1E6E-F132-95C90CB0C4C9}"/>
              </a:ext>
            </a:extLst>
          </p:cNvPr>
          <p:cNvCxnSpPr>
            <a:cxnSpLocks/>
          </p:cNvCxnSpPr>
          <p:nvPr/>
        </p:nvCxnSpPr>
        <p:spPr>
          <a:xfrm flipV="1">
            <a:off x="8426245" y="2605549"/>
            <a:ext cx="0" cy="161249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2DC986D1-B368-CD07-967D-79E6C4E68112}"/>
              </a:ext>
            </a:extLst>
          </p:cNvPr>
          <p:cNvGrpSpPr/>
          <p:nvPr/>
        </p:nvGrpSpPr>
        <p:grpSpPr>
          <a:xfrm>
            <a:off x="1422904" y="149153"/>
            <a:ext cx="7199296" cy="1512499"/>
            <a:chOff x="1422904" y="227809"/>
            <a:chExt cx="7199296" cy="1512499"/>
          </a:xfrm>
        </p:grpSpPr>
        <p:sp>
          <p:nvSpPr>
            <p:cNvPr id="15" name="화살표: 오른쪽 14">
              <a:extLst>
                <a:ext uri="{FF2B5EF4-FFF2-40B4-BE49-F238E27FC236}">
                  <a16:creationId xmlns:a16="http://schemas.microsoft.com/office/drawing/2014/main" id="{9771232D-3355-8E36-9595-CE91A7B243C7}"/>
                </a:ext>
              </a:extLst>
            </p:cNvPr>
            <p:cNvSpPr/>
            <p:nvPr/>
          </p:nvSpPr>
          <p:spPr>
            <a:xfrm>
              <a:off x="1422904" y="227809"/>
              <a:ext cx="2710814" cy="1512499"/>
            </a:xfrm>
            <a:prstGeom prst="rightArrow">
              <a:avLst>
                <a:gd name="adj1" fmla="val 72901"/>
                <a:gd name="adj2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화살표: 오른쪽 24">
              <a:extLst>
                <a:ext uri="{FF2B5EF4-FFF2-40B4-BE49-F238E27FC236}">
                  <a16:creationId xmlns:a16="http://schemas.microsoft.com/office/drawing/2014/main" id="{3387CE80-2D1C-B17B-948B-EB01B45AEEB1}"/>
                </a:ext>
              </a:extLst>
            </p:cNvPr>
            <p:cNvSpPr/>
            <p:nvPr/>
          </p:nvSpPr>
          <p:spPr>
            <a:xfrm rot="10800000">
              <a:off x="5911386" y="227809"/>
              <a:ext cx="2710814" cy="1512499"/>
            </a:xfrm>
            <a:prstGeom prst="rightArrow">
              <a:avLst>
                <a:gd name="adj1" fmla="val 72901"/>
                <a:gd name="adj2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21F5FEA-D3AC-26B0-A22F-7529F217B0A0}"/>
              </a:ext>
            </a:extLst>
          </p:cNvPr>
          <p:cNvSpPr txBox="1"/>
          <p:nvPr/>
        </p:nvSpPr>
        <p:spPr>
          <a:xfrm>
            <a:off x="2241625" y="498661"/>
            <a:ext cx="74103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altLang="ko-KR" sz="1400" b="1"/>
              <a:t>Input</a:t>
            </a:r>
            <a:endParaRPr lang="en-US" altLang="ko-KR" sz="1400" b="1"/>
          </a:p>
          <a:p>
            <a:pPr algn="ctr"/>
            <a:r>
              <a:rPr lang="en-US" altLang="ko-KR" sz="1200"/>
              <a:t>Request</a:t>
            </a:r>
            <a:endParaRPr lang="ko-KR" altLang="en-US" sz="12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E0A28A-5CD0-D6EB-ADCC-43A1EAC4F078}"/>
              </a:ext>
            </a:extLst>
          </p:cNvPr>
          <p:cNvSpPr txBox="1"/>
          <p:nvPr/>
        </p:nvSpPr>
        <p:spPr>
          <a:xfrm>
            <a:off x="1918428" y="1004367"/>
            <a:ext cx="13874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>
                <a:solidFill>
                  <a:srgbClr val="0070C0"/>
                </a:solidFill>
              </a:rPr>
              <a:t>Adapter </a:t>
            </a:r>
            <a:r>
              <a:rPr lang="en-GB" altLang="ko-KR" sz="1400" b="1">
                <a:solidFill>
                  <a:srgbClr val="0070C0"/>
                </a:solidFill>
              </a:rPr>
              <a:t>Layer</a:t>
            </a:r>
            <a:endParaRPr lang="ko-KR" altLang="en-US" sz="1400" b="1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71D930-FD7F-6CA8-5A81-BA79E2ED1B10}"/>
              </a:ext>
            </a:extLst>
          </p:cNvPr>
          <p:cNvSpPr txBox="1"/>
          <p:nvPr/>
        </p:nvSpPr>
        <p:spPr>
          <a:xfrm>
            <a:off x="6842575" y="498661"/>
            <a:ext cx="84843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altLang="ko-KR" sz="1400" b="1"/>
              <a:t>Output</a:t>
            </a:r>
            <a:endParaRPr lang="en-US" altLang="ko-KR" sz="1400" b="1"/>
          </a:p>
          <a:p>
            <a:pPr algn="ctr"/>
            <a:r>
              <a:rPr lang="en-US" altLang="ko-KR" sz="1200"/>
              <a:t>Response</a:t>
            </a:r>
            <a:endParaRPr lang="ko-KR" altLang="en-US" sz="12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C468A8-312F-2DD9-2C59-F5CDAC290219}"/>
              </a:ext>
            </a:extLst>
          </p:cNvPr>
          <p:cNvSpPr txBox="1"/>
          <p:nvPr/>
        </p:nvSpPr>
        <p:spPr>
          <a:xfrm>
            <a:off x="6573078" y="1004367"/>
            <a:ext cx="13874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>
                <a:solidFill>
                  <a:srgbClr val="0070C0"/>
                </a:solidFill>
              </a:rPr>
              <a:t>Adapter </a:t>
            </a:r>
            <a:r>
              <a:rPr lang="en-GB" altLang="ko-KR" sz="1400" b="1">
                <a:solidFill>
                  <a:srgbClr val="0070C0"/>
                </a:solidFill>
              </a:rPr>
              <a:t>Layer</a:t>
            </a:r>
            <a:endParaRPr lang="ko-KR" altLang="en-US" sz="1400" b="1">
              <a:solidFill>
                <a:srgbClr val="0070C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022B83-1ED9-EC7E-D43F-A1ED2D1F64C9}"/>
              </a:ext>
            </a:extLst>
          </p:cNvPr>
          <p:cNvSpPr txBox="1"/>
          <p:nvPr/>
        </p:nvSpPr>
        <p:spPr>
          <a:xfrm>
            <a:off x="4207608" y="1004367"/>
            <a:ext cx="16751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rgbClr val="0070C0"/>
                </a:solidFill>
              </a:rPr>
              <a:t>Application </a:t>
            </a:r>
            <a:r>
              <a:rPr lang="en-GB" altLang="ko-KR" sz="1400" b="1">
                <a:solidFill>
                  <a:srgbClr val="0070C0"/>
                </a:solidFill>
              </a:rPr>
              <a:t>Layer</a:t>
            </a:r>
            <a:endParaRPr lang="ko-KR" altLang="en-US" sz="1400" b="1">
              <a:solidFill>
                <a:srgbClr val="0070C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074724-0A49-703B-EB49-938A5E39D4D7}"/>
              </a:ext>
            </a:extLst>
          </p:cNvPr>
          <p:cNvSpPr txBox="1"/>
          <p:nvPr/>
        </p:nvSpPr>
        <p:spPr>
          <a:xfrm>
            <a:off x="4630288" y="498661"/>
            <a:ext cx="8297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altLang="ko-KR" sz="1400" b="1"/>
              <a:t>Process</a:t>
            </a:r>
            <a:endParaRPr lang="en-US" altLang="ko-KR" sz="1400" b="1"/>
          </a:p>
        </p:txBody>
      </p:sp>
    </p:spTree>
    <p:extLst>
      <p:ext uri="{BB962C8B-B14F-4D97-AF65-F5344CB8AC3E}">
        <p14:creationId xmlns:p14="http://schemas.microsoft.com/office/powerpoint/2010/main" val="2081727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86A703F-BA4D-0DBA-FA04-2F9EFA946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99" y="1485899"/>
            <a:ext cx="4532989" cy="370522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2CB8501-F3BD-EF98-1949-2818600ED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3137" y="1228725"/>
            <a:ext cx="6765218" cy="438150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39906242-6C96-7690-0BD7-FF89CC2EBDA4}"/>
              </a:ext>
            </a:extLst>
          </p:cNvPr>
          <p:cNvSpPr/>
          <p:nvPr/>
        </p:nvSpPr>
        <p:spPr>
          <a:xfrm>
            <a:off x="5905500" y="2190750"/>
            <a:ext cx="190500" cy="161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9E70FB0-1F3D-DFC3-E5CA-24B20249433F}"/>
              </a:ext>
            </a:extLst>
          </p:cNvPr>
          <p:cNvSpPr/>
          <p:nvPr/>
        </p:nvSpPr>
        <p:spPr>
          <a:xfrm>
            <a:off x="1181100" y="4781550"/>
            <a:ext cx="190500" cy="161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5E29BBBE-32F3-4C03-9CC9-7E429974858E}"/>
              </a:ext>
            </a:extLst>
          </p:cNvPr>
          <p:cNvCxnSpPr>
            <a:cxnSpLocks/>
            <a:stCxn id="8" idx="2"/>
            <a:endCxn id="7" idx="2"/>
          </p:cNvCxnSpPr>
          <p:nvPr/>
        </p:nvCxnSpPr>
        <p:spPr>
          <a:xfrm rot="5400000" flipH="1" flipV="1">
            <a:off x="2343150" y="1285875"/>
            <a:ext cx="2590800" cy="4724400"/>
          </a:xfrm>
          <a:prstGeom prst="bentConnector3">
            <a:avLst>
              <a:gd name="adj1" fmla="val -31250"/>
            </a:avLst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EFCFD7F-B016-48F5-7BB3-5A14557D3D34}"/>
              </a:ext>
            </a:extLst>
          </p:cNvPr>
          <p:cNvCxnSpPr/>
          <p:nvPr/>
        </p:nvCxnSpPr>
        <p:spPr>
          <a:xfrm flipV="1">
            <a:off x="4324350" y="2219325"/>
            <a:ext cx="3933825" cy="249555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F1985C7E-BBD6-9E00-A2FC-27C486105FC4}"/>
              </a:ext>
            </a:extLst>
          </p:cNvPr>
          <p:cNvCxnSpPr>
            <a:cxnSpLocks/>
          </p:cNvCxnSpPr>
          <p:nvPr/>
        </p:nvCxnSpPr>
        <p:spPr>
          <a:xfrm flipV="1">
            <a:off x="4324350" y="3419475"/>
            <a:ext cx="3962400" cy="47625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C70C0A2-C5CA-470A-62E0-E4D39CC118DF}"/>
              </a:ext>
            </a:extLst>
          </p:cNvPr>
          <p:cNvSpPr/>
          <p:nvPr/>
        </p:nvSpPr>
        <p:spPr>
          <a:xfrm>
            <a:off x="10856972" y="3086100"/>
            <a:ext cx="190500" cy="161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D89DA85-07F7-7D8B-789B-E4C878E7B99C}"/>
              </a:ext>
            </a:extLst>
          </p:cNvPr>
          <p:cNvSpPr/>
          <p:nvPr/>
        </p:nvSpPr>
        <p:spPr>
          <a:xfrm>
            <a:off x="3629024" y="1804987"/>
            <a:ext cx="190500" cy="161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1B416383-4933-7ED5-F5CD-EAB3EECF19E7}"/>
              </a:ext>
            </a:extLst>
          </p:cNvPr>
          <p:cNvCxnSpPr>
            <a:cxnSpLocks/>
            <a:stCxn id="20" idx="0"/>
            <a:endCxn id="19" idx="0"/>
          </p:cNvCxnSpPr>
          <p:nvPr/>
        </p:nvCxnSpPr>
        <p:spPr>
          <a:xfrm rot="16200000" flipH="1">
            <a:off x="6697691" y="-1168431"/>
            <a:ext cx="1281113" cy="7227948"/>
          </a:xfrm>
          <a:prstGeom prst="bentConnector3">
            <a:avLst>
              <a:gd name="adj1" fmla="val -63941"/>
            </a:avLst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4FC1D7D-7058-DC65-8398-0B0C1C81828F}"/>
              </a:ext>
            </a:extLst>
          </p:cNvPr>
          <p:cNvSpPr/>
          <p:nvPr/>
        </p:nvSpPr>
        <p:spPr>
          <a:xfrm>
            <a:off x="11296649" y="4905375"/>
            <a:ext cx="190500" cy="161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6BC5CA7-31DE-1A8F-9575-C271CC551A4E}"/>
              </a:ext>
            </a:extLst>
          </p:cNvPr>
          <p:cNvSpPr/>
          <p:nvPr/>
        </p:nvSpPr>
        <p:spPr>
          <a:xfrm>
            <a:off x="1181100" y="1804986"/>
            <a:ext cx="190500" cy="161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476039DC-C26B-93D9-E03A-847F214C8367}"/>
              </a:ext>
            </a:extLst>
          </p:cNvPr>
          <p:cNvCxnSpPr>
            <a:cxnSpLocks/>
            <a:stCxn id="27" idx="0"/>
            <a:endCxn id="26" idx="3"/>
          </p:cNvCxnSpPr>
          <p:nvPr/>
        </p:nvCxnSpPr>
        <p:spPr>
          <a:xfrm rot="16200000" flipH="1">
            <a:off x="4791073" y="-1709737"/>
            <a:ext cx="3181352" cy="10210799"/>
          </a:xfrm>
          <a:prstGeom prst="bentConnector4">
            <a:avLst>
              <a:gd name="adj1" fmla="val -36527"/>
              <a:gd name="adj2" fmla="val 105784"/>
            </a:avLst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5E3848AA-FF22-C675-8AFD-73B60ADB515C}"/>
              </a:ext>
            </a:extLst>
          </p:cNvPr>
          <p:cNvSpPr txBox="1"/>
          <p:nvPr/>
        </p:nvSpPr>
        <p:spPr>
          <a:xfrm>
            <a:off x="4803550" y="1953698"/>
            <a:ext cx="499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i="1"/>
              <a:t>Vs.</a:t>
            </a:r>
            <a:endParaRPr lang="ko-KR" altLang="en-US" b="1" i="1"/>
          </a:p>
        </p:txBody>
      </p:sp>
    </p:spTree>
    <p:extLst>
      <p:ext uri="{BB962C8B-B14F-4D97-AF65-F5344CB8AC3E}">
        <p14:creationId xmlns:p14="http://schemas.microsoft.com/office/powerpoint/2010/main" val="1166688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30414844-C3BC-203F-61A8-F79C204D0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6265" y="850222"/>
            <a:ext cx="4961993" cy="2439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1C0962B6-088F-1B21-AB14-AB7BD5B7A108}"/>
              </a:ext>
            </a:extLst>
          </p:cNvPr>
          <p:cNvGrpSpPr/>
          <p:nvPr/>
        </p:nvGrpSpPr>
        <p:grpSpPr>
          <a:xfrm>
            <a:off x="2339943" y="4159044"/>
            <a:ext cx="6974635" cy="955726"/>
            <a:chOff x="2476500" y="2557462"/>
            <a:chExt cx="7159625" cy="981075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FDA02D2B-EA4E-CCB4-B77C-217F7DD5B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76500" y="2557462"/>
              <a:ext cx="4257675" cy="981075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BF7B13AD-2483-9671-DA8C-230DD3D1D3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88125" y="2563812"/>
              <a:ext cx="3048000" cy="904875"/>
            </a:xfrm>
            <a:prstGeom prst="rect">
              <a:avLst/>
            </a:prstGeom>
          </p:spPr>
        </p:pic>
      </p:grp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8D3816FA-AF5F-E7CB-5AB6-2A6B47301B8D}"/>
              </a:ext>
            </a:extLst>
          </p:cNvPr>
          <p:cNvCxnSpPr>
            <a:cxnSpLocks/>
          </p:cNvCxnSpPr>
          <p:nvPr/>
        </p:nvCxnSpPr>
        <p:spPr>
          <a:xfrm flipV="1">
            <a:off x="4630994" y="2969342"/>
            <a:ext cx="344129" cy="1435510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6F25F3CD-8D51-2171-D533-59D342523130}"/>
              </a:ext>
            </a:extLst>
          </p:cNvPr>
          <p:cNvCxnSpPr>
            <a:cxnSpLocks/>
          </p:cNvCxnSpPr>
          <p:nvPr/>
        </p:nvCxnSpPr>
        <p:spPr>
          <a:xfrm flipH="1" flipV="1">
            <a:off x="6626942" y="2969342"/>
            <a:ext cx="275303" cy="1435510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E215A2EC-38F8-9F77-7F66-31EE04B7F929}"/>
              </a:ext>
            </a:extLst>
          </p:cNvPr>
          <p:cNvCxnSpPr>
            <a:cxnSpLocks/>
          </p:cNvCxnSpPr>
          <p:nvPr/>
        </p:nvCxnSpPr>
        <p:spPr>
          <a:xfrm flipV="1">
            <a:off x="5702710" y="2871019"/>
            <a:ext cx="0" cy="1533833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3C4308F3-AEFA-4BFB-5138-B70D9AD04D69}"/>
              </a:ext>
            </a:extLst>
          </p:cNvPr>
          <p:cNvCxnSpPr>
            <a:cxnSpLocks/>
          </p:cNvCxnSpPr>
          <p:nvPr/>
        </p:nvCxnSpPr>
        <p:spPr>
          <a:xfrm flipV="1">
            <a:off x="2877422" y="2871019"/>
            <a:ext cx="583533" cy="1533833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B49C8BD1-3172-A8DE-2EEE-67F27A91E322}"/>
              </a:ext>
            </a:extLst>
          </p:cNvPr>
          <p:cNvCxnSpPr>
            <a:cxnSpLocks/>
          </p:cNvCxnSpPr>
          <p:nvPr/>
        </p:nvCxnSpPr>
        <p:spPr>
          <a:xfrm flipH="1" flipV="1">
            <a:off x="8082116" y="2871019"/>
            <a:ext cx="550607" cy="1533833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6690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05011-2A35-60E9-620D-AEB5399F0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E276BE04-8DAC-0F29-8F43-82C41E87B0C4}"/>
              </a:ext>
            </a:extLst>
          </p:cNvPr>
          <p:cNvSpPr/>
          <p:nvPr/>
        </p:nvSpPr>
        <p:spPr>
          <a:xfrm>
            <a:off x="1069967" y="217979"/>
            <a:ext cx="3820814" cy="1512499"/>
          </a:xfrm>
          <a:prstGeom prst="rightArrow">
            <a:avLst>
              <a:gd name="adj1" fmla="val 72901"/>
              <a:gd name="adj2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화살표: 오른쪽 34">
            <a:extLst>
              <a:ext uri="{FF2B5EF4-FFF2-40B4-BE49-F238E27FC236}">
                <a16:creationId xmlns:a16="http://schemas.microsoft.com/office/drawing/2014/main" id="{8F3FCFBE-E755-6989-A1BC-555DFB6DED85}"/>
              </a:ext>
            </a:extLst>
          </p:cNvPr>
          <p:cNvSpPr/>
          <p:nvPr/>
        </p:nvSpPr>
        <p:spPr>
          <a:xfrm rot="10800000">
            <a:off x="7593293" y="217979"/>
            <a:ext cx="3820814" cy="1512499"/>
          </a:xfrm>
          <a:prstGeom prst="rightArrow">
            <a:avLst>
              <a:gd name="adj1" fmla="val 72901"/>
              <a:gd name="adj2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D1C6FA24-9E19-7A36-E37B-EFB8F9879385}"/>
              </a:ext>
            </a:extLst>
          </p:cNvPr>
          <p:cNvGrpSpPr/>
          <p:nvPr/>
        </p:nvGrpSpPr>
        <p:grpSpPr>
          <a:xfrm>
            <a:off x="1886918" y="2952054"/>
            <a:ext cx="8862646" cy="1214438"/>
            <a:chOff x="2476500" y="2557462"/>
            <a:chExt cx="7159625" cy="981075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FD1CBC33-9855-9AEF-A294-C488EFCAAB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76500" y="2557462"/>
              <a:ext cx="4257675" cy="981075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586646B5-DD67-5008-39B8-A8F4A3482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88125" y="2563812"/>
              <a:ext cx="3048000" cy="904875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85870945-E3EB-E0F0-4C6E-88F783F1FB1B}"/>
              </a:ext>
            </a:extLst>
          </p:cNvPr>
          <p:cNvSpPr txBox="1"/>
          <p:nvPr/>
        </p:nvSpPr>
        <p:spPr>
          <a:xfrm>
            <a:off x="7087990" y="1712420"/>
            <a:ext cx="1488228" cy="737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400">
                <a:solidFill>
                  <a:srgbClr val="C00000"/>
                </a:solidFill>
              </a:rPr>
              <a:t>Strategy Pattern</a:t>
            </a:r>
          </a:p>
          <a:p>
            <a:pPr algn="ctr">
              <a:lnSpc>
                <a:spcPct val="150000"/>
              </a:lnSpc>
            </a:pPr>
            <a:r>
              <a:rPr lang="en-US" altLang="ko-KR" sz="1600" b="1">
                <a:solidFill>
                  <a:srgbClr val="C00000"/>
                </a:solidFill>
              </a:rPr>
              <a:t>IAdatper</a:t>
            </a:r>
            <a:endParaRPr lang="ko-KR" altLang="en-US" sz="1600" b="1">
              <a:solidFill>
                <a:srgbClr val="C00000"/>
              </a:solidFill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DA8D207D-8364-F12B-138F-8821040CA278}"/>
              </a:ext>
            </a:extLst>
          </p:cNvPr>
          <p:cNvCxnSpPr>
            <a:cxnSpLocks/>
          </p:cNvCxnSpPr>
          <p:nvPr/>
        </p:nvCxnSpPr>
        <p:spPr>
          <a:xfrm>
            <a:off x="4679941" y="414259"/>
            <a:ext cx="0" cy="547021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50A3912-9FA2-71CA-8CAD-51F64B3E7DAF}"/>
              </a:ext>
            </a:extLst>
          </p:cNvPr>
          <p:cNvCxnSpPr>
            <a:cxnSpLocks/>
          </p:cNvCxnSpPr>
          <p:nvPr/>
        </p:nvCxnSpPr>
        <p:spPr>
          <a:xfrm>
            <a:off x="7804141" y="414259"/>
            <a:ext cx="0" cy="547021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CC97E3AD-41DA-1DF5-9F1C-C719B8EAE382}"/>
              </a:ext>
            </a:extLst>
          </p:cNvPr>
          <p:cNvGrpSpPr/>
          <p:nvPr/>
        </p:nvGrpSpPr>
        <p:grpSpPr>
          <a:xfrm>
            <a:off x="1069966" y="3480384"/>
            <a:ext cx="10480528" cy="0"/>
            <a:chOff x="1069966" y="3175585"/>
            <a:chExt cx="10480528" cy="0"/>
          </a:xfrm>
        </p:grpSpPr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C6E7BE32-8E3A-F155-0949-D1703B1568FA}"/>
                </a:ext>
              </a:extLst>
            </p:cNvPr>
            <p:cNvCxnSpPr>
              <a:cxnSpLocks/>
            </p:cNvCxnSpPr>
            <p:nvPr/>
          </p:nvCxnSpPr>
          <p:spPr>
            <a:xfrm>
              <a:off x="1069966" y="3175585"/>
              <a:ext cx="92695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70210719-685A-F1D5-E180-397C352A3B22}"/>
                </a:ext>
              </a:extLst>
            </p:cNvPr>
            <p:cNvCxnSpPr>
              <a:cxnSpLocks/>
            </p:cNvCxnSpPr>
            <p:nvPr/>
          </p:nvCxnSpPr>
          <p:spPr>
            <a:xfrm>
              <a:off x="10623541" y="3175585"/>
              <a:ext cx="92695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BE42435-BFF4-4F82-2C75-5B8F09572607}"/>
              </a:ext>
            </a:extLst>
          </p:cNvPr>
          <p:cNvSpPr/>
          <p:nvPr/>
        </p:nvSpPr>
        <p:spPr>
          <a:xfrm>
            <a:off x="5463252" y="5105868"/>
            <a:ext cx="1513301" cy="758941"/>
          </a:xfrm>
          <a:prstGeom prst="rect">
            <a:avLst/>
          </a:prstGeom>
          <a:noFill/>
          <a:ln>
            <a:solidFill>
              <a:srgbClr val="A4A4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49EA9F03-38A8-1A0C-3353-8A32BC726E04}"/>
              </a:ext>
            </a:extLst>
          </p:cNvPr>
          <p:cNvCxnSpPr>
            <a:cxnSpLocks/>
          </p:cNvCxnSpPr>
          <p:nvPr/>
        </p:nvCxnSpPr>
        <p:spPr>
          <a:xfrm>
            <a:off x="6219903" y="3852167"/>
            <a:ext cx="0" cy="1253701"/>
          </a:xfrm>
          <a:prstGeom prst="straightConnector1">
            <a:avLst/>
          </a:prstGeom>
          <a:ln>
            <a:solidFill>
              <a:srgbClr val="A4A4A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74E333A-C393-0A19-5C5D-7C1C339EF8A7}"/>
              </a:ext>
            </a:extLst>
          </p:cNvPr>
          <p:cNvSpPr/>
          <p:nvPr/>
        </p:nvSpPr>
        <p:spPr>
          <a:xfrm flipV="1">
            <a:off x="6083022" y="3609338"/>
            <a:ext cx="273761" cy="2428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719B048-6BB0-0396-59AE-C77801F7992C}"/>
              </a:ext>
            </a:extLst>
          </p:cNvPr>
          <p:cNvSpPr/>
          <p:nvPr/>
        </p:nvSpPr>
        <p:spPr>
          <a:xfrm flipV="1">
            <a:off x="6083022" y="5105868"/>
            <a:ext cx="273761" cy="2428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5F24E9-7004-E1B6-2DF9-27D7B89132A1}"/>
              </a:ext>
            </a:extLst>
          </p:cNvPr>
          <p:cNvSpPr txBox="1"/>
          <p:nvPr/>
        </p:nvSpPr>
        <p:spPr>
          <a:xfrm>
            <a:off x="5743292" y="5316061"/>
            <a:ext cx="9460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>
                <a:solidFill>
                  <a:srgbClr val="708A41"/>
                </a:solidFill>
              </a:rPr>
              <a:t>Domain</a:t>
            </a:r>
            <a:endParaRPr lang="ko-KR" altLang="en-US" sz="1600" b="1">
              <a:solidFill>
                <a:srgbClr val="708A4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017FC4-7E0C-1FEE-DB70-6C8D0237349D}"/>
              </a:ext>
            </a:extLst>
          </p:cNvPr>
          <p:cNvSpPr txBox="1"/>
          <p:nvPr/>
        </p:nvSpPr>
        <p:spPr>
          <a:xfrm>
            <a:off x="2039559" y="1074534"/>
            <a:ext cx="13874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>
                <a:solidFill>
                  <a:srgbClr val="0070C0"/>
                </a:solidFill>
              </a:rPr>
              <a:t>Adapter </a:t>
            </a:r>
            <a:r>
              <a:rPr lang="en-GB" altLang="ko-KR" sz="1400" b="1">
                <a:solidFill>
                  <a:srgbClr val="0070C0"/>
                </a:solidFill>
              </a:rPr>
              <a:t>Layer</a:t>
            </a:r>
            <a:endParaRPr lang="ko-KR" altLang="en-US" sz="1400" b="1">
              <a:solidFill>
                <a:srgbClr val="0070C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98516E-27E6-BBFB-4ABD-10D0A6812E85}"/>
              </a:ext>
            </a:extLst>
          </p:cNvPr>
          <p:cNvSpPr txBox="1"/>
          <p:nvPr/>
        </p:nvSpPr>
        <p:spPr>
          <a:xfrm>
            <a:off x="2362756" y="566146"/>
            <a:ext cx="74103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altLang="ko-KR" sz="1400" b="1"/>
              <a:t>Input</a:t>
            </a:r>
            <a:endParaRPr lang="en-US" altLang="ko-KR" sz="1400" b="1"/>
          </a:p>
          <a:p>
            <a:pPr algn="ctr"/>
            <a:r>
              <a:rPr lang="en-US" altLang="ko-KR" sz="1200"/>
              <a:t>Request</a:t>
            </a:r>
            <a:endParaRPr lang="ko-KR" altLang="en-US" sz="12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261552-2CD2-6BCA-82B5-F496E1074499}"/>
              </a:ext>
            </a:extLst>
          </p:cNvPr>
          <p:cNvSpPr txBox="1"/>
          <p:nvPr/>
        </p:nvSpPr>
        <p:spPr>
          <a:xfrm>
            <a:off x="9119724" y="1074534"/>
            <a:ext cx="13874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>
                <a:solidFill>
                  <a:srgbClr val="0070C0"/>
                </a:solidFill>
              </a:rPr>
              <a:t>Adapter </a:t>
            </a:r>
            <a:r>
              <a:rPr lang="en-GB" altLang="ko-KR" sz="1400" b="1">
                <a:solidFill>
                  <a:srgbClr val="0070C0"/>
                </a:solidFill>
              </a:rPr>
              <a:t>Layer</a:t>
            </a:r>
            <a:endParaRPr lang="ko-KR" altLang="en-US" sz="1400" b="1">
              <a:solidFill>
                <a:srgbClr val="0070C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C23A7E-696A-E693-92C8-E7B70953A132}"/>
              </a:ext>
            </a:extLst>
          </p:cNvPr>
          <p:cNvSpPr txBox="1"/>
          <p:nvPr/>
        </p:nvSpPr>
        <p:spPr>
          <a:xfrm>
            <a:off x="9389221" y="566146"/>
            <a:ext cx="84843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altLang="ko-KR" sz="1400" b="1"/>
              <a:t>Output</a:t>
            </a:r>
            <a:endParaRPr lang="en-US" altLang="ko-KR" sz="1400" b="1"/>
          </a:p>
          <a:p>
            <a:pPr algn="ctr"/>
            <a:r>
              <a:rPr lang="en-US" altLang="ko-KR" sz="1200"/>
              <a:t>Response</a:t>
            </a:r>
            <a:endParaRPr lang="ko-KR" altLang="en-US" sz="12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602564-C073-9F4C-5859-7191DD909527}"/>
              </a:ext>
            </a:extLst>
          </p:cNvPr>
          <p:cNvSpPr txBox="1"/>
          <p:nvPr/>
        </p:nvSpPr>
        <p:spPr>
          <a:xfrm>
            <a:off x="5404472" y="1074534"/>
            <a:ext cx="16751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rgbClr val="0070C0"/>
                </a:solidFill>
              </a:rPr>
              <a:t>Application </a:t>
            </a:r>
            <a:r>
              <a:rPr lang="en-GB" altLang="ko-KR" sz="1400" b="1">
                <a:solidFill>
                  <a:srgbClr val="0070C0"/>
                </a:solidFill>
              </a:rPr>
              <a:t>Layer</a:t>
            </a:r>
            <a:endParaRPr lang="ko-KR" altLang="en-US" sz="1400" b="1">
              <a:solidFill>
                <a:srgbClr val="0070C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F6E5EE-4C43-132B-462E-63112453969B}"/>
              </a:ext>
            </a:extLst>
          </p:cNvPr>
          <p:cNvSpPr txBox="1"/>
          <p:nvPr/>
        </p:nvSpPr>
        <p:spPr>
          <a:xfrm>
            <a:off x="5827152" y="566146"/>
            <a:ext cx="8297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altLang="ko-KR" sz="1400" b="1"/>
              <a:t>Process</a:t>
            </a:r>
            <a:endParaRPr lang="en-US" altLang="ko-KR" sz="1400" b="1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1D54F303-0A73-E5F5-5C02-7AAA56FB2748}"/>
              </a:ext>
            </a:extLst>
          </p:cNvPr>
          <p:cNvSpPr/>
          <p:nvPr/>
        </p:nvSpPr>
        <p:spPr>
          <a:xfrm>
            <a:off x="4890789" y="4469319"/>
            <a:ext cx="2702504" cy="2597849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2C44A1C-F62E-7A67-94E1-9D9A7E50832C}"/>
              </a:ext>
            </a:extLst>
          </p:cNvPr>
          <p:cNvSpPr/>
          <p:nvPr/>
        </p:nvSpPr>
        <p:spPr>
          <a:xfrm>
            <a:off x="4794241" y="5884474"/>
            <a:ext cx="2900515" cy="12573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4DA227-9026-BD64-10EC-4D4C63B46952}"/>
              </a:ext>
            </a:extLst>
          </p:cNvPr>
          <p:cNvSpPr txBox="1"/>
          <p:nvPr/>
        </p:nvSpPr>
        <p:spPr>
          <a:xfrm>
            <a:off x="5515720" y="5985246"/>
            <a:ext cx="13673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rgbClr val="0070C0"/>
                </a:solidFill>
              </a:rPr>
              <a:t>Domain </a:t>
            </a:r>
            <a:r>
              <a:rPr lang="en-GB" altLang="ko-KR" sz="1400" b="1">
                <a:solidFill>
                  <a:srgbClr val="0070C0"/>
                </a:solidFill>
              </a:rPr>
              <a:t>Layer</a:t>
            </a:r>
            <a:endParaRPr lang="ko-KR" altLang="en-US" sz="1400" b="1">
              <a:solidFill>
                <a:srgbClr val="0070C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71FD81-B2AC-9D97-0D01-F44781DB1F52}"/>
              </a:ext>
            </a:extLst>
          </p:cNvPr>
          <p:cNvSpPr txBox="1"/>
          <p:nvPr/>
        </p:nvSpPr>
        <p:spPr>
          <a:xfrm>
            <a:off x="3352397" y="1712420"/>
            <a:ext cx="2634439" cy="12599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400">
                <a:solidFill>
                  <a:srgbClr val="C00000"/>
                </a:solidFill>
              </a:rPr>
              <a:t>CQRS-based Mediator Pattern</a:t>
            </a:r>
          </a:p>
          <a:p>
            <a:pPr algn="ctr">
              <a:lnSpc>
                <a:spcPct val="150000"/>
              </a:lnSpc>
            </a:pPr>
            <a:r>
              <a:rPr lang="en-US" altLang="ko-KR" sz="1600" b="1">
                <a:solidFill>
                  <a:srgbClr val="C00000"/>
                </a:solidFill>
              </a:rPr>
              <a:t>IRequest/IResponse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C00000"/>
                </a:solidFill>
              </a:rPr>
              <a:t>       - </a:t>
            </a:r>
            <a:r>
              <a:rPr lang="en-US" altLang="ko-KR" sz="1100" b="1">
                <a:solidFill>
                  <a:srgbClr val="C00000"/>
                </a:solidFill>
              </a:rPr>
              <a:t>I</a:t>
            </a:r>
            <a:r>
              <a:rPr lang="en-US" altLang="ko-KR" sz="1100">
                <a:solidFill>
                  <a:srgbClr val="C00000"/>
                </a:solidFill>
              </a:rPr>
              <a:t>Command</a:t>
            </a:r>
            <a:r>
              <a:rPr lang="en-US" altLang="ko-KR" sz="1100" b="1">
                <a:solidFill>
                  <a:srgbClr val="C00000"/>
                </a:solidFill>
              </a:rPr>
              <a:t>Request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rgbClr val="C00000"/>
                </a:solidFill>
              </a:rPr>
              <a:t>       - </a:t>
            </a:r>
            <a:r>
              <a:rPr lang="en-US" altLang="ko-KR" sz="1100" b="1">
                <a:solidFill>
                  <a:srgbClr val="C00000"/>
                </a:solidFill>
              </a:rPr>
              <a:t>I</a:t>
            </a:r>
            <a:r>
              <a:rPr lang="en-US" altLang="ko-KR" sz="1100">
                <a:solidFill>
                  <a:srgbClr val="C00000"/>
                </a:solidFill>
              </a:rPr>
              <a:t>Query</a:t>
            </a:r>
            <a:r>
              <a:rPr lang="en-US" altLang="ko-KR" sz="1100" b="1">
                <a:solidFill>
                  <a:srgbClr val="C00000"/>
                </a:solidFill>
              </a:rPr>
              <a:t>Request</a:t>
            </a:r>
            <a:endParaRPr lang="ko-KR" altLang="en-US" sz="1100" b="1">
              <a:solidFill>
                <a:srgbClr val="C0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7E3705-62FF-2AD6-B87B-AFBF20B78CC3}"/>
              </a:ext>
            </a:extLst>
          </p:cNvPr>
          <p:cNvSpPr txBox="1"/>
          <p:nvPr/>
        </p:nvSpPr>
        <p:spPr>
          <a:xfrm>
            <a:off x="978305" y="2235191"/>
            <a:ext cx="1355435" cy="737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400">
                <a:solidFill>
                  <a:srgbClr val="C00000"/>
                </a:solidFill>
              </a:rPr>
              <a:t>Result Pattern</a:t>
            </a:r>
          </a:p>
          <a:p>
            <a:pPr algn="ctr">
              <a:lnSpc>
                <a:spcPct val="150000"/>
              </a:lnSpc>
            </a:pPr>
            <a:r>
              <a:rPr lang="en-US" altLang="ko-KR" sz="1600" b="1">
                <a:solidFill>
                  <a:srgbClr val="C00000"/>
                </a:solidFill>
              </a:rPr>
              <a:t>T/Error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E6152F-43FF-3728-65B4-3EDF5C4F8AF9}"/>
              </a:ext>
            </a:extLst>
          </p:cNvPr>
          <p:cNvSpPr txBox="1"/>
          <p:nvPr/>
        </p:nvSpPr>
        <p:spPr>
          <a:xfrm>
            <a:off x="5130984" y="4110423"/>
            <a:ext cx="1024639" cy="737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altLang="ko-KR" sz="1400">
                <a:solidFill>
                  <a:srgbClr val="C00000"/>
                </a:solidFill>
              </a:rPr>
              <a:t>Functional</a:t>
            </a:r>
            <a:endParaRPr lang="en-US" altLang="ko-KR" sz="1400">
              <a:solidFill>
                <a:srgbClr val="C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ko-KR" sz="1600" b="1">
                <a:solidFill>
                  <a:srgbClr val="C00000"/>
                </a:solidFill>
              </a:rPr>
              <a:t>IFin&lt;T&gt;</a:t>
            </a:r>
            <a:endParaRPr lang="ko-KR" altLang="en-US" sz="1600" b="1">
              <a:solidFill>
                <a:srgbClr val="C0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F488EB-638F-A6BA-3549-F5F6648430E2}"/>
              </a:ext>
            </a:extLst>
          </p:cNvPr>
          <p:cNvSpPr txBox="1"/>
          <p:nvPr/>
        </p:nvSpPr>
        <p:spPr>
          <a:xfrm>
            <a:off x="7126526" y="2463787"/>
            <a:ext cx="1411156" cy="737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400">
                <a:solidFill>
                  <a:srgbClr val="C00000"/>
                </a:solidFill>
              </a:rPr>
              <a:t>Functional</a:t>
            </a:r>
          </a:p>
          <a:p>
            <a:pPr algn="ctr">
              <a:lnSpc>
                <a:spcPct val="150000"/>
              </a:lnSpc>
            </a:pPr>
            <a:r>
              <a:rPr lang="en-US" altLang="ko-KR" sz="1600" b="1">
                <a:solidFill>
                  <a:srgbClr val="C00000"/>
                </a:solidFill>
              </a:rPr>
              <a:t>IFinT&lt;IO, T&gt;</a:t>
            </a:r>
            <a:endParaRPr lang="ko-KR" altLang="en-US" sz="1600" b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5772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01FC2-92D2-B9C5-4B3E-BBC405DAF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타원 13">
            <a:extLst>
              <a:ext uri="{FF2B5EF4-FFF2-40B4-BE49-F238E27FC236}">
                <a16:creationId xmlns:a16="http://schemas.microsoft.com/office/drawing/2014/main" id="{F75B497B-7491-C46F-7306-257B4AA4314C}"/>
              </a:ext>
            </a:extLst>
          </p:cNvPr>
          <p:cNvSpPr/>
          <p:nvPr/>
        </p:nvSpPr>
        <p:spPr>
          <a:xfrm>
            <a:off x="4890789" y="4469319"/>
            <a:ext cx="2702504" cy="2597849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30ABA8A4-767A-B2D1-DFB8-48E382D56491}"/>
              </a:ext>
            </a:extLst>
          </p:cNvPr>
          <p:cNvGrpSpPr/>
          <p:nvPr/>
        </p:nvGrpSpPr>
        <p:grpSpPr>
          <a:xfrm>
            <a:off x="1111179" y="312658"/>
            <a:ext cx="10480528" cy="6283599"/>
            <a:chOff x="1069966" y="414258"/>
            <a:chExt cx="10480528" cy="6283599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29FBFE93-4EBE-85F6-0CC9-061083282764}"/>
                </a:ext>
              </a:extLst>
            </p:cNvPr>
            <p:cNvGrpSpPr/>
            <p:nvPr/>
          </p:nvGrpSpPr>
          <p:grpSpPr>
            <a:xfrm>
              <a:off x="1886918" y="2952054"/>
              <a:ext cx="8862646" cy="1214438"/>
              <a:chOff x="2476500" y="2557462"/>
              <a:chExt cx="7159625" cy="981075"/>
            </a:xfrm>
          </p:grpSpPr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0DEEA421-8C55-5E07-24EA-5807E6AC03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476500" y="2557462"/>
                <a:ext cx="4257675" cy="981075"/>
              </a:xfrm>
              <a:prstGeom prst="rect">
                <a:avLst/>
              </a:prstGeom>
            </p:spPr>
          </p:pic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8769B09C-7A5B-D282-E29D-1910849649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88125" y="2563812"/>
                <a:ext cx="3048000" cy="904875"/>
              </a:xfrm>
              <a:prstGeom prst="rect">
                <a:avLst/>
              </a:prstGeom>
            </p:spPr>
          </p:pic>
        </p:grp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960E446E-FFC8-5CCD-E9D6-B6F70ECF584E}"/>
                </a:ext>
              </a:extLst>
            </p:cNvPr>
            <p:cNvGrpSpPr/>
            <p:nvPr/>
          </p:nvGrpSpPr>
          <p:grpSpPr>
            <a:xfrm>
              <a:off x="4679941" y="414258"/>
              <a:ext cx="3124200" cy="5611719"/>
              <a:chOff x="4679941" y="414259"/>
              <a:chExt cx="3124200" cy="5470214"/>
            </a:xfrm>
          </p:grpSpPr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9860EDCC-6E4A-DCFB-4887-29FF771218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79941" y="414259"/>
                <a:ext cx="0" cy="5470214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직선 연결선 12">
                <a:extLst>
                  <a:ext uri="{FF2B5EF4-FFF2-40B4-BE49-F238E27FC236}">
                    <a16:creationId xmlns:a16="http://schemas.microsoft.com/office/drawing/2014/main" id="{717E0259-F161-E906-6807-37A82DE125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04141" y="414259"/>
                <a:ext cx="0" cy="5470214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3B138185-6639-A2B7-BA25-7D42353A3241}"/>
                </a:ext>
              </a:extLst>
            </p:cNvPr>
            <p:cNvGrpSpPr/>
            <p:nvPr/>
          </p:nvGrpSpPr>
          <p:grpSpPr>
            <a:xfrm>
              <a:off x="1069966" y="3480384"/>
              <a:ext cx="10480528" cy="0"/>
              <a:chOff x="1069966" y="3175585"/>
              <a:chExt cx="10480528" cy="0"/>
            </a:xfrm>
          </p:grpSpPr>
          <p:cxnSp>
            <p:nvCxnSpPr>
              <p:cNvPr id="19" name="직선 화살표 연결선 18">
                <a:extLst>
                  <a:ext uri="{FF2B5EF4-FFF2-40B4-BE49-F238E27FC236}">
                    <a16:creationId xmlns:a16="http://schemas.microsoft.com/office/drawing/2014/main" id="{351652A1-CF24-5336-4933-55FA2F4249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9966" y="3175585"/>
                <a:ext cx="92695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화살표 연결선 19">
                <a:extLst>
                  <a:ext uri="{FF2B5EF4-FFF2-40B4-BE49-F238E27FC236}">
                    <a16:creationId xmlns:a16="http://schemas.microsoft.com/office/drawing/2014/main" id="{AB01EF0F-2BC8-D62B-A68B-C8B9D4A671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23541" y="3175585"/>
                <a:ext cx="92695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ACC4F43D-0F34-11E1-29BF-7268019657EF}"/>
                </a:ext>
              </a:extLst>
            </p:cNvPr>
            <p:cNvSpPr/>
            <p:nvPr/>
          </p:nvSpPr>
          <p:spPr>
            <a:xfrm>
              <a:off x="5463252" y="5105868"/>
              <a:ext cx="1513301" cy="758941"/>
            </a:xfrm>
            <a:prstGeom prst="rect">
              <a:avLst/>
            </a:prstGeom>
            <a:noFill/>
            <a:ln>
              <a:solidFill>
                <a:srgbClr val="A4A4A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50050C19-C3EA-39E0-62BB-BE0EAF4CDD21}"/>
                </a:ext>
              </a:extLst>
            </p:cNvPr>
            <p:cNvCxnSpPr>
              <a:cxnSpLocks/>
            </p:cNvCxnSpPr>
            <p:nvPr/>
          </p:nvCxnSpPr>
          <p:spPr>
            <a:xfrm>
              <a:off x="6219903" y="3852167"/>
              <a:ext cx="0" cy="1253701"/>
            </a:xfrm>
            <a:prstGeom prst="straightConnector1">
              <a:avLst/>
            </a:prstGeom>
            <a:ln>
              <a:solidFill>
                <a:srgbClr val="A4A4A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94C7349F-0ADE-F50B-6181-BFA7249EBF2F}"/>
                </a:ext>
              </a:extLst>
            </p:cNvPr>
            <p:cNvSpPr/>
            <p:nvPr/>
          </p:nvSpPr>
          <p:spPr>
            <a:xfrm flipV="1">
              <a:off x="6083022" y="3609338"/>
              <a:ext cx="273761" cy="24282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noFill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A72F583B-2A62-D8E2-68C2-E59D37355CCA}"/>
                </a:ext>
              </a:extLst>
            </p:cNvPr>
            <p:cNvSpPr/>
            <p:nvPr/>
          </p:nvSpPr>
          <p:spPr>
            <a:xfrm flipV="1">
              <a:off x="6083022" y="5105868"/>
              <a:ext cx="273761" cy="24282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noFill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F04BA77-A9DC-451A-5865-45E543777213}"/>
                </a:ext>
              </a:extLst>
            </p:cNvPr>
            <p:cNvSpPr txBox="1"/>
            <p:nvPr/>
          </p:nvSpPr>
          <p:spPr>
            <a:xfrm>
              <a:off x="5743292" y="5316061"/>
              <a:ext cx="94609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>
                  <a:solidFill>
                    <a:srgbClr val="708A41"/>
                  </a:solidFill>
                </a:rPr>
                <a:t>Domain</a:t>
              </a:r>
              <a:endParaRPr lang="ko-KR" altLang="en-US" sz="1600" b="1">
                <a:solidFill>
                  <a:srgbClr val="708A41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1BA7D44-40A4-4FF1-076B-FAB817DBA8D6}"/>
                </a:ext>
              </a:extLst>
            </p:cNvPr>
            <p:cNvSpPr txBox="1"/>
            <p:nvPr/>
          </p:nvSpPr>
          <p:spPr>
            <a:xfrm>
              <a:off x="1900266" y="832014"/>
              <a:ext cx="17296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b="1">
                  <a:solidFill>
                    <a:srgbClr val="0070C0"/>
                  </a:solidFill>
                </a:rPr>
                <a:t>Adapter </a:t>
              </a:r>
              <a:r>
                <a:rPr lang="en-GB" altLang="ko-KR" b="1">
                  <a:solidFill>
                    <a:srgbClr val="0070C0"/>
                  </a:solidFill>
                </a:rPr>
                <a:t>Layer</a:t>
              </a:r>
              <a:endParaRPr lang="ko-KR" altLang="en-US" b="1">
                <a:solidFill>
                  <a:srgbClr val="0070C0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70FF85F-1DCF-3092-3BEE-CCB69012E2A4}"/>
                </a:ext>
              </a:extLst>
            </p:cNvPr>
            <p:cNvSpPr txBox="1"/>
            <p:nvPr/>
          </p:nvSpPr>
          <p:spPr>
            <a:xfrm>
              <a:off x="8953966" y="832014"/>
              <a:ext cx="17296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b="1">
                  <a:solidFill>
                    <a:srgbClr val="0070C0"/>
                  </a:solidFill>
                </a:rPr>
                <a:t>Adapter </a:t>
              </a:r>
              <a:r>
                <a:rPr lang="en-GB" altLang="ko-KR" b="1">
                  <a:solidFill>
                    <a:srgbClr val="0070C0"/>
                  </a:solidFill>
                </a:rPr>
                <a:t>Layer</a:t>
              </a:r>
              <a:endParaRPr lang="ko-KR" altLang="en-US" b="1">
                <a:solidFill>
                  <a:srgbClr val="0070C0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952731A-141A-9D37-6B5E-500A9C271733}"/>
                </a:ext>
              </a:extLst>
            </p:cNvPr>
            <p:cNvSpPr txBox="1"/>
            <p:nvPr/>
          </p:nvSpPr>
          <p:spPr>
            <a:xfrm>
              <a:off x="5191561" y="832014"/>
              <a:ext cx="21009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>
                  <a:solidFill>
                    <a:srgbClr val="0070C0"/>
                  </a:solidFill>
                </a:rPr>
                <a:t>Application </a:t>
              </a:r>
              <a:r>
                <a:rPr lang="en-GB" altLang="ko-KR" b="1">
                  <a:solidFill>
                    <a:srgbClr val="0070C0"/>
                  </a:solidFill>
                </a:rPr>
                <a:t>Layer</a:t>
              </a:r>
              <a:endParaRPr lang="ko-KR" altLang="en-US" b="1">
                <a:solidFill>
                  <a:srgbClr val="0070C0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639DF5E5-63D7-BCEB-0A06-9B2AED5A5CE3}"/>
                </a:ext>
              </a:extLst>
            </p:cNvPr>
            <p:cNvSpPr/>
            <p:nvPr/>
          </p:nvSpPr>
          <p:spPr>
            <a:xfrm>
              <a:off x="4798122" y="5938916"/>
              <a:ext cx="2900515" cy="75894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72F4548-4A68-0146-5537-F64E0CED593D}"/>
                </a:ext>
              </a:extLst>
            </p:cNvPr>
            <p:cNvSpPr txBox="1"/>
            <p:nvPr/>
          </p:nvSpPr>
          <p:spPr>
            <a:xfrm>
              <a:off x="5388728" y="6024184"/>
              <a:ext cx="17066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>
                  <a:solidFill>
                    <a:srgbClr val="0070C0"/>
                  </a:solidFill>
                </a:rPr>
                <a:t>Domain </a:t>
              </a:r>
              <a:r>
                <a:rPr lang="en-GB" altLang="ko-KR" b="1">
                  <a:solidFill>
                    <a:srgbClr val="0070C0"/>
                  </a:solidFill>
                </a:rPr>
                <a:t>Layer</a:t>
              </a:r>
              <a:endParaRPr lang="ko-KR" altLang="en-US" b="1">
                <a:solidFill>
                  <a:srgbClr val="0070C0"/>
                </a:solidFill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2AF5DAC-1D8A-8079-D419-A70FED8449DF}"/>
                </a:ext>
              </a:extLst>
            </p:cNvPr>
            <p:cNvSpPr txBox="1"/>
            <p:nvPr/>
          </p:nvSpPr>
          <p:spPr>
            <a:xfrm>
              <a:off x="4501988" y="4300606"/>
              <a:ext cx="1661993" cy="6106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altLang="ko-KR" sz="1200" b="1">
                  <a:solidFill>
                    <a:srgbClr val="C00000"/>
                  </a:solidFill>
                </a:rPr>
                <a:t>Fin&lt;T&gt;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1200" b="1">
                  <a:solidFill>
                    <a:srgbClr val="C00000"/>
                  </a:solidFill>
                </a:rPr>
                <a:t>Validation&lt;Error,</a:t>
              </a:r>
              <a:r>
                <a:rPr lang="ko-KR" altLang="en-US" sz="1200" b="1">
                  <a:solidFill>
                    <a:srgbClr val="C00000"/>
                  </a:solidFill>
                </a:rPr>
                <a:t> </a:t>
              </a:r>
              <a:r>
                <a:rPr lang="en-US" altLang="ko-KR" sz="1200" b="1">
                  <a:solidFill>
                    <a:srgbClr val="C00000"/>
                  </a:solidFill>
                </a:rPr>
                <a:t>T&gt;</a:t>
              </a:r>
              <a:endParaRPr lang="ko-KR" altLang="en-US" sz="1200" b="1">
                <a:solidFill>
                  <a:srgbClr val="C00000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F272F85-8FF6-7BD5-CA23-51888AB3F256}"/>
                </a:ext>
              </a:extLst>
            </p:cNvPr>
            <p:cNvSpPr txBox="1"/>
            <p:nvPr/>
          </p:nvSpPr>
          <p:spPr>
            <a:xfrm>
              <a:off x="8805441" y="1989630"/>
              <a:ext cx="2485937" cy="8876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b="1">
                  <a:solidFill>
                    <a:srgbClr val="C00000"/>
                  </a:solidFill>
                </a:rPr>
                <a:t>IAdatper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200" b="1">
                  <a:solidFill>
                    <a:srgbClr val="C00000"/>
                  </a:solidFill>
                </a:rPr>
                <a:t>Observability Source Generator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200" b="1">
                  <a:solidFill>
                    <a:srgbClr val="C00000"/>
                  </a:solidFill>
                </a:rPr>
                <a:t>FinT&lt;IO, T&gt;</a:t>
              </a:r>
              <a:endParaRPr lang="ko-KR" altLang="en-US" sz="1200" b="1">
                <a:solidFill>
                  <a:srgbClr val="C00000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79DD95D-4D18-DA4D-6926-65A9CEA63EE4}"/>
                </a:ext>
              </a:extLst>
            </p:cNvPr>
            <p:cNvSpPr txBox="1"/>
            <p:nvPr/>
          </p:nvSpPr>
          <p:spPr>
            <a:xfrm>
              <a:off x="4699196" y="1297132"/>
              <a:ext cx="4398961" cy="15801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b="1">
                  <a:solidFill>
                    <a:srgbClr val="C00000"/>
                  </a:solidFill>
                </a:rPr>
                <a:t>CQRS</a:t>
              </a:r>
            </a:p>
            <a:p>
              <a:pPr marL="266700" lvl="1" indent="-179388">
                <a:lnSpc>
                  <a:spcPct val="150000"/>
                </a:lnSpc>
                <a:buFontTx/>
                <a:buChar char="-"/>
              </a:pPr>
              <a:r>
                <a:rPr lang="en-US" altLang="ko-KR" sz="1000">
                  <a:solidFill>
                    <a:srgbClr val="C00000"/>
                  </a:solidFill>
                </a:rPr>
                <a:t>ICommandRequest&lt;TInput&gt;, ICommandUsecase&lt;TInput, TOutput&gt;</a:t>
              </a:r>
            </a:p>
            <a:p>
              <a:pPr marL="266700" lvl="1" indent="-179388">
                <a:lnSpc>
                  <a:spcPct val="150000"/>
                </a:lnSpc>
                <a:buFontTx/>
                <a:buChar char="-"/>
              </a:pPr>
              <a:r>
                <a:rPr lang="en-US" altLang="ko-KR" sz="1000">
                  <a:solidFill>
                    <a:srgbClr val="C00000"/>
                  </a:solidFill>
                </a:rPr>
                <a:t>IQueryRequest&lt;TInput&gt;, IQueryUsecase&lt;TInput, TOutput&gt;</a:t>
              </a:r>
            </a:p>
            <a:p>
              <a:pPr marL="266700" lvl="1" indent="-179388">
                <a:lnSpc>
                  <a:spcPct val="150000"/>
                </a:lnSpc>
                <a:buFontTx/>
                <a:buChar char="-"/>
              </a:pPr>
              <a:r>
                <a:rPr lang="en-US" altLang="ko-KR" sz="1000">
                  <a:solidFill>
                    <a:srgbClr val="C00000"/>
                  </a:solidFill>
                </a:rPr>
                <a:t>IFinResponse&lt;T&gt;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200" b="1">
                  <a:solidFill>
                    <a:srgbClr val="C00000"/>
                  </a:solidFill>
                </a:rPr>
                <a:t>Observability CQRS Pipeline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200" b="1">
                  <a:solidFill>
                    <a:srgbClr val="C00000"/>
                  </a:solidFill>
                </a:rPr>
                <a:t>FinT&lt;IO, T&gt; LINQ</a:t>
              </a:r>
              <a:endParaRPr lang="ko-KR" altLang="en-US" sz="1200" b="1">
                <a:solidFill>
                  <a:srgbClr val="C00000"/>
                </a:solidFill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E3D7D7A-1D31-989F-F1E5-577234CA5FE4}"/>
                </a:ext>
              </a:extLst>
            </p:cNvPr>
            <p:cNvSpPr txBox="1"/>
            <p:nvPr/>
          </p:nvSpPr>
          <p:spPr>
            <a:xfrm>
              <a:off x="1796642" y="1643381"/>
              <a:ext cx="2027093" cy="8876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b="1">
                  <a:solidFill>
                    <a:srgbClr val="C00000"/>
                  </a:solidFill>
                </a:rPr>
                <a:t>Structured Error</a:t>
              </a:r>
              <a:endParaRPr lang="en-GB" altLang="ko-KR" sz="1200" b="1">
                <a:solidFill>
                  <a:srgbClr val="C00000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200" b="1">
                  <a:solidFill>
                    <a:srgbClr val="C00000"/>
                  </a:solidFill>
                </a:rPr>
                <a:t>Observability Pipeline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200" b="1">
                  <a:solidFill>
                    <a:srgbClr val="C00000"/>
                  </a:solidFill>
                </a:rPr>
                <a:t>Dependency Registration</a:t>
              </a:r>
            </a:p>
          </p:txBody>
        </p:sp>
      </p:grpSp>
      <p:sp>
        <p:nvSpPr>
          <p:cNvPr id="6" name="직사각형 5">
            <a:extLst>
              <a:ext uri="{FF2B5EF4-FFF2-40B4-BE49-F238E27FC236}">
                <a16:creationId xmlns:a16="http://schemas.microsoft.com/office/drawing/2014/main" id="{14328AF9-F9CF-A7A6-A685-6BAFD38CDE60}"/>
              </a:ext>
            </a:extLst>
          </p:cNvPr>
          <p:cNvSpPr/>
          <p:nvPr/>
        </p:nvSpPr>
        <p:spPr>
          <a:xfrm>
            <a:off x="955964" y="316923"/>
            <a:ext cx="10790959" cy="63228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2927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07D2A-CD3A-F455-9B05-D137C73FF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8E566107-522F-E21F-58F7-AD498C8135E3}"/>
              </a:ext>
            </a:extLst>
          </p:cNvPr>
          <p:cNvGrpSpPr/>
          <p:nvPr/>
        </p:nvGrpSpPr>
        <p:grpSpPr>
          <a:xfrm>
            <a:off x="1886918" y="2952054"/>
            <a:ext cx="8862646" cy="1214438"/>
            <a:chOff x="2476500" y="2557462"/>
            <a:chExt cx="7159625" cy="981075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CB5BE4BC-C2BF-5A34-604A-D69E297E39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76500" y="2557462"/>
              <a:ext cx="4257675" cy="981075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1563D916-2880-729E-EB84-2B477F21EB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88125" y="2563812"/>
              <a:ext cx="3048000" cy="904875"/>
            </a:xfrm>
            <a:prstGeom prst="rect">
              <a:avLst/>
            </a:prstGeom>
          </p:spPr>
        </p:pic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85E77AA4-1B24-2DDA-9B1A-73AD00BECFD8}"/>
              </a:ext>
            </a:extLst>
          </p:cNvPr>
          <p:cNvGrpSpPr/>
          <p:nvPr/>
        </p:nvGrpSpPr>
        <p:grpSpPr>
          <a:xfrm>
            <a:off x="4679941" y="2290915"/>
            <a:ext cx="3124200" cy="3593557"/>
            <a:chOff x="4457700" y="676275"/>
            <a:chExt cx="3124200" cy="4752975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587D70BA-4FF4-AACF-4E0B-2D6A8DF63EA4}"/>
                </a:ext>
              </a:extLst>
            </p:cNvPr>
            <p:cNvCxnSpPr>
              <a:cxnSpLocks/>
            </p:cNvCxnSpPr>
            <p:nvPr/>
          </p:nvCxnSpPr>
          <p:spPr>
            <a:xfrm>
              <a:off x="4457700" y="676275"/>
              <a:ext cx="0" cy="4752975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87F7656D-5091-A174-D73D-5E7E1D9DA361}"/>
                </a:ext>
              </a:extLst>
            </p:cNvPr>
            <p:cNvCxnSpPr>
              <a:cxnSpLocks/>
            </p:cNvCxnSpPr>
            <p:nvPr/>
          </p:nvCxnSpPr>
          <p:spPr>
            <a:xfrm>
              <a:off x="7581900" y="676275"/>
              <a:ext cx="0" cy="4752975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BC38CA11-9DC5-0B2A-2749-2A44E927C324}"/>
              </a:ext>
            </a:extLst>
          </p:cNvPr>
          <p:cNvGrpSpPr/>
          <p:nvPr/>
        </p:nvGrpSpPr>
        <p:grpSpPr>
          <a:xfrm>
            <a:off x="1069966" y="3480384"/>
            <a:ext cx="10480528" cy="0"/>
            <a:chOff x="1069966" y="3175585"/>
            <a:chExt cx="10480528" cy="0"/>
          </a:xfrm>
        </p:grpSpPr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D1961E68-38B7-2979-1470-61D11D9E0255}"/>
                </a:ext>
              </a:extLst>
            </p:cNvPr>
            <p:cNvCxnSpPr>
              <a:cxnSpLocks/>
            </p:cNvCxnSpPr>
            <p:nvPr/>
          </p:nvCxnSpPr>
          <p:spPr>
            <a:xfrm>
              <a:off x="1069966" y="3175585"/>
              <a:ext cx="92695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B7F63BC9-1184-75E2-E8FF-01F016D315EB}"/>
                </a:ext>
              </a:extLst>
            </p:cNvPr>
            <p:cNvCxnSpPr>
              <a:cxnSpLocks/>
            </p:cNvCxnSpPr>
            <p:nvPr/>
          </p:nvCxnSpPr>
          <p:spPr>
            <a:xfrm>
              <a:off x="10623541" y="3175585"/>
              <a:ext cx="92695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3BEE7B2-2CD3-0446-B6B2-FC441B6A6B03}"/>
              </a:ext>
            </a:extLst>
          </p:cNvPr>
          <p:cNvSpPr/>
          <p:nvPr/>
        </p:nvSpPr>
        <p:spPr>
          <a:xfrm>
            <a:off x="5463252" y="5105868"/>
            <a:ext cx="1513301" cy="758941"/>
          </a:xfrm>
          <a:prstGeom prst="rect">
            <a:avLst/>
          </a:prstGeom>
          <a:noFill/>
          <a:ln>
            <a:solidFill>
              <a:srgbClr val="A4A4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81D521E4-3049-C7CC-E4E3-4B1C2DA6CC82}"/>
              </a:ext>
            </a:extLst>
          </p:cNvPr>
          <p:cNvCxnSpPr>
            <a:cxnSpLocks/>
          </p:cNvCxnSpPr>
          <p:nvPr/>
        </p:nvCxnSpPr>
        <p:spPr>
          <a:xfrm>
            <a:off x="6219903" y="3852167"/>
            <a:ext cx="0" cy="1253701"/>
          </a:xfrm>
          <a:prstGeom prst="straightConnector1">
            <a:avLst/>
          </a:prstGeom>
          <a:ln>
            <a:solidFill>
              <a:srgbClr val="A4A4A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22FA9A3-979D-361D-2BE7-ECF9F40A2FAD}"/>
              </a:ext>
            </a:extLst>
          </p:cNvPr>
          <p:cNvSpPr/>
          <p:nvPr/>
        </p:nvSpPr>
        <p:spPr>
          <a:xfrm flipV="1">
            <a:off x="6083022" y="3609338"/>
            <a:ext cx="273761" cy="2428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5460BC6-DCC8-0C50-2422-A76079D27C82}"/>
              </a:ext>
            </a:extLst>
          </p:cNvPr>
          <p:cNvSpPr/>
          <p:nvPr/>
        </p:nvSpPr>
        <p:spPr>
          <a:xfrm flipV="1">
            <a:off x="6083022" y="5105868"/>
            <a:ext cx="273761" cy="2428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9B973E-3BD3-A604-6C54-D626FD0B71FC}"/>
              </a:ext>
            </a:extLst>
          </p:cNvPr>
          <p:cNvSpPr txBox="1"/>
          <p:nvPr/>
        </p:nvSpPr>
        <p:spPr>
          <a:xfrm>
            <a:off x="5743292" y="5316061"/>
            <a:ext cx="9460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>
                <a:solidFill>
                  <a:srgbClr val="708A41"/>
                </a:solidFill>
              </a:rPr>
              <a:t>Domain</a:t>
            </a:r>
            <a:endParaRPr lang="ko-KR" altLang="en-US" sz="1600" b="1">
              <a:solidFill>
                <a:srgbClr val="708A41"/>
              </a:solidFill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18299F34-6385-6CAD-AC6B-59DF96B9DB1D}"/>
              </a:ext>
            </a:extLst>
          </p:cNvPr>
          <p:cNvSpPr/>
          <p:nvPr/>
        </p:nvSpPr>
        <p:spPr>
          <a:xfrm>
            <a:off x="4890789" y="4469319"/>
            <a:ext cx="2702504" cy="2597849"/>
          </a:xfrm>
          <a:prstGeom prst="ellips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1BB0D87-D596-F3F3-0908-3D206E73F043}"/>
              </a:ext>
            </a:extLst>
          </p:cNvPr>
          <p:cNvSpPr/>
          <p:nvPr/>
        </p:nvSpPr>
        <p:spPr>
          <a:xfrm>
            <a:off x="4794241" y="5884474"/>
            <a:ext cx="2900515" cy="12573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735544-6F6A-74E4-FE70-8FC423435405}"/>
              </a:ext>
            </a:extLst>
          </p:cNvPr>
          <p:cNvSpPr txBox="1"/>
          <p:nvPr/>
        </p:nvSpPr>
        <p:spPr>
          <a:xfrm>
            <a:off x="5515720" y="5985246"/>
            <a:ext cx="13673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rgbClr val="0070C0"/>
                </a:solidFill>
              </a:rPr>
              <a:t>Domain </a:t>
            </a:r>
            <a:r>
              <a:rPr lang="en-GB" altLang="ko-KR" sz="1400" b="1">
                <a:solidFill>
                  <a:srgbClr val="0070C0"/>
                </a:solidFill>
              </a:rPr>
              <a:t>Layer</a:t>
            </a:r>
            <a:endParaRPr lang="ko-KR" altLang="en-US" sz="1400" b="1">
              <a:solidFill>
                <a:srgbClr val="0070C0"/>
              </a:solidFill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427FDB2B-312C-7E5E-0FF2-F9E25325785E}"/>
              </a:ext>
            </a:extLst>
          </p:cNvPr>
          <p:cNvSpPr/>
          <p:nvPr/>
        </p:nvSpPr>
        <p:spPr>
          <a:xfrm>
            <a:off x="1445340" y="2665771"/>
            <a:ext cx="188018" cy="158299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9FADE76B-6282-5D15-AD98-D97595982936}"/>
              </a:ext>
            </a:extLst>
          </p:cNvPr>
          <p:cNvSpPr/>
          <p:nvPr/>
        </p:nvSpPr>
        <p:spPr>
          <a:xfrm>
            <a:off x="5178618" y="2665771"/>
            <a:ext cx="188018" cy="158299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B3B710AF-5251-578E-C64F-BDB5452C63B8}"/>
              </a:ext>
            </a:extLst>
          </p:cNvPr>
          <p:cNvSpPr/>
          <p:nvPr/>
        </p:nvSpPr>
        <p:spPr>
          <a:xfrm>
            <a:off x="8560423" y="2665771"/>
            <a:ext cx="188018" cy="158299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E1A9C31F-063C-3C37-BE35-E1763A3E13B2}"/>
              </a:ext>
            </a:extLst>
          </p:cNvPr>
          <p:cNvSpPr/>
          <p:nvPr/>
        </p:nvSpPr>
        <p:spPr>
          <a:xfrm>
            <a:off x="10962011" y="2665771"/>
            <a:ext cx="188018" cy="158299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F6943E91-D213-8CE0-84A7-6AED65B4FBA4}"/>
              </a:ext>
            </a:extLst>
          </p:cNvPr>
          <p:cNvSpPr/>
          <p:nvPr/>
        </p:nvSpPr>
        <p:spPr>
          <a:xfrm rot="16200000">
            <a:off x="6138200" y="4355776"/>
            <a:ext cx="188018" cy="936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tx1"/>
                </a:solidFill>
                <a:prstDash val="dash"/>
              </a:ln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B0CA7C8-F31C-20FA-CC65-B2B352DB5D46}"/>
              </a:ext>
            </a:extLst>
          </p:cNvPr>
          <p:cNvSpPr txBox="1"/>
          <p:nvPr/>
        </p:nvSpPr>
        <p:spPr>
          <a:xfrm>
            <a:off x="460915" y="4570156"/>
            <a:ext cx="13147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altLang="ko-KR" sz="1400" b="1"/>
              <a:t>Observability</a:t>
            </a:r>
            <a:endParaRPr lang="ko-KR" altLang="en-US" sz="1400" b="1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56154BD1-16B4-7748-E050-19C1CAFB5E24}"/>
              </a:ext>
            </a:extLst>
          </p:cNvPr>
          <p:cNvSpPr/>
          <p:nvPr/>
        </p:nvSpPr>
        <p:spPr>
          <a:xfrm>
            <a:off x="616570" y="5016111"/>
            <a:ext cx="289851" cy="2361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34434E2B-550E-6470-C313-6FB32359B975}"/>
              </a:ext>
            </a:extLst>
          </p:cNvPr>
          <p:cNvSpPr/>
          <p:nvPr/>
        </p:nvSpPr>
        <p:spPr>
          <a:xfrm>
            <a:off x="616570" y="5377436"/>
            <a:ext cx="289851" cy="23617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B4942D3D-5C5A-9008-D6FF-0BA54515D5A5}"/>
              </a:ext>
            </a:extLst>
          </p:cNvPr>
          <p:cNvSpPr/>
          <p:nvPr/>
        </p:nvSpPr>
        <p:spPr>
          <a:xfrm>
            <a:off x="616570" y="5728661"/>
            <a:ext cx="289851" cy="23617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tx1"/>
                </a:solidFill>
                <a:prstDash val="dash"/>
              </a:ln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048C73E-58E3-3CB0-B2FA-C84FDD300391}"/>
              </a:ext>
            </a:extLst>
          </p:cNvPr>
          <p:cNvSpPr txBox="1"/>
          <p:nvPr/>
        </p:nvSpPr>
        <p:spPr>
          <a:xfrm>
            <a:off x="1046383" y="5016111"/>
            <a:ext cx="40263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/>
              <a:t>No implementation required: provided by the package</a:t>
            </a:r>
            <a:endParaRPr lang="ko-KR" altLang="en-US" sz="120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1ECD4BD-4102-9A0B-EDC3-D252D7625995}"/>
              </a:ext>
            </a:extLst>
          </p:cNvPr>
          <p:cNvSpPr txBox="1"/>
          <p:nvPr/>
        </p:nvSpPr>
        <p:spPr>
          <a:xfrm>
            <a:off x="1046383" y="5369033"/>
            <a:ext cx="19548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/>
              <a:t>implementation required</a:t>
            </a:r>
            <a:endParaRPr lang="ko-KR" altLang="en-US" sz="120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A1DAF0B-41D4-4020-8EA6-6AD3337C9938}"/>
              </a:ext>
            </a:extLst>
          </p:cNvPr>
          <p:cNvSpPr txBox="1"/>
          <p:nvPr/>
        </p:nvSpPr>
        <p:spPr>
          <a:xfrm>
            <a:off x="1046383" y="5708247"/>
            <a:ext cx="29951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/>
              <a:t>No implementation required: Functional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427290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C3F62-9569-6C13-5C7B-619D18A3A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그룹 39">
            <a:extLst>
              <a:ext uri="{FF2B5EF4-FFF2-40B4-BE49-F238E27FC236}">
                <a16:creationId xmlns:a16="http://schemas.microsoft.com/office/drawing/2014/main" id="{EBAA0272-57D2-2523-3838-66CC8DACC946}"/>
              </a:ext>
            </a:extLst>
          </p:cNvPr>
          <p:cNvGrpSpPr/>
          <p:nvPr/>
        </p:nvGrpSpPr>
        <p:grpSpPr>
          <a:xfrm>
            <a:off x="855736" y="55738"/>
            <a:ext cx="10480528" cy="6746525"/>
            <a:chOff x="1069966" y="120001"/>
            <a:chExt cx="10480528" cy="6746525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33945607-C8E9-0FF1-6F3E-67FD1275EE06}"/>
                </a:ext>
              </a:extLst>
            </p:cNvPr>
            <p:cNvGrpSpPr/>
            <p:nvPr/>
          </p:nvGrpSpPr>
          <p:grpSpPr>
            <a:xfrm>
              <a:off x="1886918" y="2952054"/>
              <a:ext cx="8862646" cy="1214438"/>
              <a:chOff x="2476500" y="2557462"/>
              <a:chExt cx="7159625" cy="981075"/>
            </a:xfrm>
          </p:grpSpPr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05F215A5-C811-2DBB-9671-8C47A18E0E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476500" y="2557462"/>
                <a:ext cx="4257675" cy="981075"/>
              </a:xfrm>
              <a:prstGeom prst="rect">
                <a:avLst/>
              </a:prstGeom>
            </p:spPr>
          </p:pic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DD980261-7CDD-113A-6F46-12099466DC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88125" y="2563812"/>
                <a:ext cx="3048000" cy="904875"/>
              </a:xfrm>
              <a:prstGeom prst="rect">
                <a:avLst/>
              </a:prstGeom>
            </p:spPr>
          </p:pic>
        </p:grp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37B95CB7-2ED4-AFCF-C35C-D3E2171E5FED}"/>
                </a:ext>
              </a:extLst>
            </p:cNvPr>
            <p:cNvGrpSpPr/>
            <p:nvPr/>
          </p:nvGrpSpPr>
          <p:grpSpPr>
            <a:xfrm>
              <a:off x="4679941" y="2123771"/>
              <a:ext cx="3124200" cy="3446069"/>
              <a:chOff x="4457700" y="676275"/>
              <a:chExt cx="3124200" cy="4752975"/>
            </a:xfrm>
          </p:grpSpPr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809B4910-4298-0171-178A-904F150008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57700" y="676275"/>
                <a:ext cx="0" cy="4752975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직선 연결선 12">
                <a:extLst>
                  <a:ext uri="{FF2B5EF4-FFF2-40B4-BE49-F238E27FC236}">
                    <a16:creationId xmlns:a16="http://schemas.microsoft.com/office/drawing/2014/main" id="{9799656A-39E6-6CB2-8689-7EE7176843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81900" y="676275"/>
                <a:ext cx="0" cy="4752975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45D119D2-0AE7-9B99-89AF-DF071711B2C2}"/>
                </a:ext>
              </a:extLst>
            </p:cNvPr>
            <p:cNvGrpSpPr/>
            <p:nvPr/>
          </p:nvGrpSpPr>
          <p:grpSpPr>
            <a:xfrm>
              <a:off x="1069966" y="3480384"/>
              <a:ext cx="10480528" cy="0"/>
              <a:chOff x="1069966" y="3175585"/>
              <a:chExt cx="10480528" cy="0"/>
            </a:xfrm>
          </p:grpSpPr>
          <p:cxnSp>
            <p:nvCxnSpPr>
              <p:cNvPr id="19" name="직선 화살표 연결선 18">
                <a:extLst>
                  <a:ext uri="{FF2B5EF4-FFF2-40B4-BE49-F238E27FC236}">
                    <a16:creationId xmlns:a16="http://schemas.microsoft.com/office/drawing/2014/main" id="{1BCDA7D3-1757-DB32-31D3-79E8527FC2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9966" y="3175585"/>
                <a:ext cx="92695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화살표 연결선 19">
                <a:extLst>
                  <a:ext uri="{FF2B5EF4-FFF2-40B4-BE49-F238E27FC236}">
                    <a16:creationId xmlns:a16="http://schemas.microsoft.com/office/drawing/2014/main" id="{73ECAB9D-4EBB-C658-64EF-44FCF4BFF6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23541" y="3175585"/>
                <a:ext cx="92695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C76C71A8-9E78-2EFC-83E7-F16EA2B74F8E}"/>
                </a:ext>
              </a:extLst>
            </p:cNvPr>
            <p:cNvSpPr/>
            <p:nvPr/>
          </p:nvSpPr>
          <p:spPr>
            <a:xfrm>
              <a:off x="5463252" y="4810901"/>
              <a:ext cx="1513301" cy="758941"/>
            </a:xfrm>
            <a:prstGeom prst="rect">
              <a:avLst/>
            </a:prstGeom>
            <a:noFill/>
            <a:ln>
              <a:solidFill>
                <a:srgbClr val="A4A4A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F67FE9FA-4428-0D0C-DD38-25948644C237}"/>
                </a:ext>
              </a:extLst>
            </p:cNvPr>
            <p:cNvCxnSpPr>
              <a:cxnSpLocks/>
              <a:stCxn id="25" idx="0"/>
              <a:endCxn id="26" idx="2"/>
            </p:cNvCxnSpPr>
            <p:nvPr/>
          </p:nvCxnSpPr>
          <p:spPr>
            <a:xfrm>
              <a:off x="6219903" y="3852167"/>
              <a:ext cx="0" cy="958734"/>
            </a:xfrm>
            <a:prstGeom prst="straightConnector1">
              <a:avLst/>
            </a:prstGeom>
            <a:ln>
              <a:solidFill>
                <a:srgbClr val="A4A4A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1FCFE37F-336A-04CE-216C-25AB6DB71B66}"/>
                </a:ext>
              </a:extLst>
            </p:cNvPr>
            <p:cNvSpPr/>
            <p:nvPr/>
          </p:nvSpPr>
          <p:spPr>
            <a:xfrm flipV="1">
              <a:off x="6083022" y="3609338"/>
              <a:ext cx="273761" cy="24282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noFill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96344433-0CF1-53AC-BE91-76E03CB5DD1C}"/>
                </a:ext>
              </a:extLst>
            </p:cNvPr>
            <p:cNvSpPr/>
            <p:nvPr/>
          </p:nvSpPr>
          <p:spPr>
            <a:xfrm flipV="1">
              <a:off x="6083022" y="4810901"/>
              <a:ext cx="273761" cy="24282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noFill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668097C-F6E2-CFCA-5200-469036FA8F72}"/>
                </a:ext>
              </a:extLst>
            </p:cNvPr>
            <p:cNvSpPr txBox="1"/>
            <p:nvPr/>
          </p:nvSpPr>
          <p:spPr>
            <a:xfrm>
              <a:off x="5743292" y="5021094"/>
              <a:ext cx="94609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>
                  <a:solidFill>
                    <a:srgbClr val="708A41"/>
                  </a:solidFill>
                </a:rPr>
                <a:t>Domain</a:t>
              </a:r>
              <a:endParaRPr lang="ko-KR" altLang="en-US" sz="1600" b="1">
                <a:solidFill>
                  <a:srgbClr val="708A4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F3E55DCB-0A95-7C2A-DBB9-E529A541A200}"/>
                </a:ext>
              </a:extLst>
            </p:cNvPr>
            <p:cNvSpPr/>
            <p:nvPr/>
          </p:nvSpPr>
          <p:spPr>
            <a:xfrm>
              <a:off x="4890789" y="4174352"/>
              <a:ext cx="2702504" cy="2597849"/>
            </a:xfrm>
            <a:prstGeom prst="ellipse">
              <a:avLst/>
            </a:prstGeom>
            <a:ln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3C2EA95F-8DCF-755E-1B19-75608032C920}"/>
                </a:ext>
              </a:extLst>
            </p:cNvPr>
            <p:cNvSpPr/>
            <p:nvPr/>
          </p:nvSpPr>
          <p:spPr>
            <a:xfrm>
              <a:off x="4794241" y="5609170"/>
              <a:ext cx="2900515" cy="12573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endParaRPr>
            </a:p>
          </p:txBody>
        </p:sp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079AB05D-207B-1975-3FE3-5884A0B622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27622" y="120001"/>
              <a:ext cx="3777431" cy="1823211"/>
            </a:xfrm>
            <a:prstGeom prst="rect">
              <a:avLst/>
            </a:prstGeom>
          </p:spPr>
        </p:pic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28130120-D7C5-CA04-6A8F-876CC09974B9}"/>
                </a:ext>
              </a:extLst>
            </p:cNvPr>
            <p:cNvCxnSpPr>
              <a:cxnSpLocks/>
            </p:cNvCxnSpPr>
            <p:nvPr/>
          </p:nvCxnSpPr>
          <p:spPr>
            <a:xfrm>
              <a:off x="4679941" y="2769773"/>
              <a:ext cx="3124200" cy="0"/>
            </a:xfrm>
            <a:prstGeom prst="straightConnector1">
              <a:avLst/>
            </a:prstGeom>
            <a:ln>
              <a:solidFill>
                <a:srgbClr val="C00000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CAB9D19B-4E04-0D3E-736C-A860BE3C268E}"/>
                </a:ext>
              </a:extLst>
            </p:cNvPr>
            <p:cNvCxnSpPr>
              <a:cxnSpLocks/>
            </p:cNvCxnSpPr>
            <p:nvPr/>
          </p:nvCxnSpPr>
          <p:spPr>
            <a:xfrm>
              <a:off x="1069966" y="2391231"/>
              <a:ext cx="10480528" cy="0"/>
            </a:xfrm>
            <a:prstGeom prst="straightConnector1">
              <a:avLst/>
            </a:prstGeom>
            <a:ln>
              <a:solidFill>
                <a:srgbClr val="C00000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39F0E4E-AD99-61BC-3DB2-90C5916BBD66}"/>
                </a:ext>
              </a:extLst>
            </p:cNvPr>
            <p:cNvSpPr txBox="1"/>
            <p:nvPr/>
          </p:nvSpPr>
          <p:spPr>
            <a:xfrm>
              <a:off x="5642815" y="2600496"/>
              <a:ext cx="1147045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ko-KR" sz="1600" b="1">
                  <a:solidFill>
                    <a:srgbClr val="C00000"/>
                  </a:solidFill>
                </a:rPr>
                <a:t>Unit</a:t>
              </a:r>
              <a:r>
                <a:rPr lang="ko-KR" altLang="en-US" sz="1600" b="1">
                  <a:solidFill>
                    <a:srgbClr val="C00000"/>
                  </a:solidFill>
                </a:rPr>
                <a:t> </a:t>
              </a:r>
              <a:r>
                <a:rPr lang="en-US" altLang="ko-KR" sz="1600" b="1">
                  <a:solidFill>
                    <a:srgbClr val="C00000"/>
                  </a:solidFill>
                </a:rPr>
                <a:t>Tests</a:t>
              </a:r>
              <a:endParaRPr lang="ko-KR" altLang="en-US" sz="1600" b="1">
                <a:solidFill>
                  <a:srgbClr val="C00000"/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ADFFF30-517D-1184-8772-742AF0B274AD}"/>
                </a:ext>
              </a:extLst>
            </p:cNvPr>
            <p:cNvSpPr txBox="1"/>
            <p:nvPr/>
          </p:nvSpPr>
          <p:spPr>
            <a:xfrm>
              <a:off x="5305030" y="2221954"/>
              <a:ext cx="1822615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ko-KR" sz="1600" b="1">
                  <a:solidFill>
                    <a:srgbClr val="C00000"/>
                  </a:solidFill>
                </a:rPr>
                <a:t>Integration Tests</a:t>
              </a:r>
              <a:endParaRPr lang="ko-KR" altLang="en-US" sz="1600" b="1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650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7EDD6C5-4C1E-F64B-C687-63EEE277E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87" y="1362075"/>
            <a:ext cx="6765218" cy="43815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F2B04CF-55D2-C4E8-0303-9D627EAF2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0324" y="1362075"/>
            <a:ext cx="4532989" cy="3705226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26657B6C-B6B6-04C5-ACF7-C19CC95BC3F6}"/>
              </a:ext>
            </a:extLst>
          </p:cNvPr>
          <p:cNvSpPr/>
          <p:nvPr/>
        </p:nvSpPr>
        <p:spPr>
          <a:xfrm>
            <a:off x="647700" y="2295525"/>
            <a:ext cx="457200" cy="266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22F1676-3AAD-0FD8-8FEC-2092EAC62272}"/>
              </a:ext>
            </a:extLst>
          </p:cNvPr>
          <p:cNvSpPr/>
          <p:nvPr/>
        </p:nvSpPr>
        <p:spPr>
          <a:xfrm>
            <a:off x="8239125" y="4657725"/>
            <a:ext cx="457200" cy="266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4434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DE21F3E-57DF-D3D1-FF0F-43773A9B4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488" y="836817"/>
            <a:ext cx="4486275" cy="2962275"/>
          </a:xfrm>
          <a:prstGeom prst="rect">
            <a:avLst/>
          </a:prstGeom>
          <a:solidFill>
            <a:srgbClr val="FFFCC8"/>
          </a:solidFill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CEBE1D9-B9FB-A5E1-DD7F-8ADEFF2F5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2097" y="2276167"/>
            <a:ext cx="2286000" cy="2809875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AAD18B26-AD20-7426-6EBE-287046937B0C}"/>
              </a:ext>
            </a:extLst>
          </p:cNvPr>
          <p:cNvSpPr/>
          <p:nvPr/>
        </p:nvSpPr>
        <p:spPr>
          <a:xfrm>
            <a:off x="5562600" y="2530475"/>
            <a:ext cx="60325" cy="476250"/>
          </a:xfrm>
          <a:prstGeom prst="rect">
            <a:avLst/>
          </a:prstGeom>
          <a:solidFill>
            <a:srgbClr val="FFFCC8"/>
          </a:solidFill>
          <a:ln>
            <a:solidFill>
              <a:srgbClr val="FFFC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08DB248-FF9E-DC9A-63D9-738C9370B474}"/>
              </a:ext>
            </a:extLst>
          </p:cNvPr>
          <p:cNvSpPr/>
          <p:nvPr/>
        </p:nvSpPr>
        <p:spPr>
          <a:xfrm>
            <a:off x="5562600" y="3079750"/>
            <a:ext cx="71438" cy="511176"/>
          </a:xfrm>
          <a:prstGeom prst="rect">
            <a:avLst/>
          </a:prstGeom>
          <a:solidFill>
            <a:srgbClr val="FFFCC8"/>
          </a:solidFill>
          <a:ln>
            <a:solidFill>
              <a:srgbClr val="FFFC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1C53A0E-C503-B964-E387-AC1F9FBDC076}"/>
              </a:ext>
            </a:extLst>
          </p:cNvPr>
          <p:cNvCxnSpPr/>
          <p:nvPr/>
        </p:nvCxnSpPr>
        <p:spPr>
          <a:xfrm>
            <a:off x="5289550" y="3041650"/>
            <a:ext cx="27305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그림 14">
            <a:extLst>
              <a:ext uri="{FF2B5EF4-FFF2-40B4-BE49-F238E27FC236}">
                <a16:creationId xmlns:a16="http://schemas.microsoft.com/office/drawing/2014/main" id="{A7F59FF1-4836-E434-042D-549A19574E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0184" y="2146504"/>
            <a:ext cx="123825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664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760</TotalTime>
  <Words>171</Words>
  <Application>Microsoft Office PowerPoint</Application>
  <PresentationFormat>와이드스크린</PresentationFormat>
  <Paragraphs>73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고형호</dc:creator>
  <cp:lastModifiedBy>형호 고</cp:lastModifiedBy>
  <cp:revision>12</cp:revision>
  <dcterms:created xsi:type="dcterms:W3CDTF">2025-11-24T08:23:30Z</dcterms:created>
  <dcterms:modified xsi:type="dcterms:W3CDTF">2026-01-19T20:40:02Z</dcterms:modified>
</cp:coreProperties>
</file>